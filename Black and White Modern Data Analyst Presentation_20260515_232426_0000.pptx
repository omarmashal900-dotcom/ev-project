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9" r:id="rId4"/>
    <p:sldId id="271" r:id="rId5"/>
    <p:sldId id="270" r:id="rId6"/>
    <p:sldId id="272" r:id="rId7"/>
    <p:sldId id="258" r:id="rId8"/>
    <p:sldId id="259" r:id="rId9"/>
    <p:sldId id="260" r:id="rId10"/>
    <p:sldId id="261" r:id="rId11"/>
    <p:sldId id="262" r:id="rId12"/>
    <p:sldId id="263" r:id="rId13"/>
    <p:sldId id="273" r:id="rId14"/>
    <p:sldId id="274" r:id="rId15"/>
    <p:sldId id="264" r:id="rId16"/>
    <p:sldId id="265" r:id="rId17"/>
    <p:sldId id="266" r:id="rId18"/>
    <p:sldId id="267" r:id="rId19"/>
    <p:sldId id="268" r:id="rId2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9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E7E7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700" b="1" i="0">
                <a:solidFill>
                  <a:srgbClr val="E7E7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88" y="1024750"/>
                </a:moveTo>
                <a:lnTo>
                  <a:pt x="1038212" y="1040955"/>
                </a:lnTo>
                <a:lnTo>
                  <a:pt x="1038212" y="0"/>
                </a:lnTo>
                <a:lnTo>
                  <a:pt x="1028687" y="0"/>
                </a:lnTo>
                <a:lnTo>
                  <a:pt x="1028687" y="1040955"/>
                </a:lnTo>
                <a:lnTo>
                  <a:pt x="0" y="1041920"/>
                </a:lnTo>
                <a:lnTo>
                  <a:pt x="0" y="1051445"/>
                </a:lnTo>
                <a:lnTo>
                  <a:pt x="1028687" y="1050480"/>
                </a:lnTo>
                <a:lnTo>
                  <a:pt x="1028687" y="10287000"/>
                </a:lnTo>
                <a:lnTo>
                  <a:pt x="1038212" y="10287000"/>
                </a:lnTo>
                <a:lnTo>
                  <a:pt x="1038212" y="1050480"/>
                </a:lnTo>
                <a:lnTo>
                  <a:pt x="18287988" y="1034275"/>
                </a:lnTo>
                <a:lnTo>
                  <a:pt x="18287988" y="102475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64083" y="364400"/>
            <a:ext cx="476250" cy="371475"/>
          </a:xfrm>
          <a:custGeom>
            <a:avLst/>
            <a:gdLst/>
            <a:ahLst/>
            <a:cxnLst/>
            <a:rect l="l" t="t" r="r" b="b"/>
            <a:pathLst>
              <a:path w="476250" h="371475">
                <a:moveTo>
                  <a:pt x="382727" y="5334"/>
                </a:moveTo>
                <a:lnTo>
                  <a:pt x="377393" y="0"/>
                </a:lnTo>
                <a:lnTo>
                  <a:pt x="298259" y="0"/>
                </a:lnTo>
                <a:lnTo>
                  <a:pt x="292912" y="5334"/>
                </a:lnTo>
                <a:lnTo>
                  <a:pt x="292912" y="55638"/>
                </a:lnTo>
                <a:lnTo>
                  <a:pt x="289598" y="72390"/>
                </a:lnTo>
                <a:lnTo>
                  <a:pt x="282105" y="86067"/>
                </a:lnTo>
                <a:lnTo>
                  <a:pt x="268897" y="95300"/>
                </a:lnTo>
                <a:lnTo>
                  <a:pt x="248386" y="98691"/>
                </a:lnTo>
                <a:lnTo>
                  <a:pt x="231825" y="98691"/>
                </a:lnTo>
                <a:lnTo>
                  <a:pt x="211632" y="95427"/>
                </a:lnTo>
                <a:lnTo>
                  <a:pt x="198501" y="86525"/>
                </a:lnTo>
                <a:lnTo>
                  <a:pt x="190919" y="73279"/>
                </a:lnTo>
                <a:lnTo>
                  <a:pt x="187439" y="57010"/>
                </a:lnTo>
                <a:lnTo>
                  <a:pt x="187439" y="5334"/>
                </a:lnTo>
                <a:lnTo>
                  <a:pt x="182092" y="0"/>
                </a:lnTo>
                <a:lnTo>
                  <a:pt x="109499" y="0"/>
                </a:lnTo>
                <a:lnTo>
                  <a:pt x="102958" y="0"/>
                </a:lnTo>
                <a:lnTo>
                  <a:pt x="97624" y="5334"/>
                </a:lnTo>
                <a:lnTo>
                  <a:pt x="97624" y="84467"/>
                </a:lnTo>
                <a:lnTo>
                  <a:pt x="102958" y="89814"/>
                </a:lnTo>
                <a:lnTo>
                  <a:pt x="115658" y="89814"/>
                </a:lnTo>
                <a:lnTo>
                  <a:pt x="115519" y="89954"/>
                </a:lnTo>
                <a:lnTo>
                  <a:pt x="124333" y="89814"/>
                </a:lnTo>
                <a:lnTo>
                  <a:pt x="142163" y="89814"/>
                </a:lnTo>
                <a:lnTo>
                  <a:pt x="162445" y="91948"/>
                </a:lnTo>
                <a:lnTo>
                  <a:pt x="179476" y="98628"/>
                </a:lnTo>
                <a:lnTo>
                  <a:pt x="191185" y="112191"/>
                </a:lnTo>
                <a:lnTo>
                  <a:pt x="195541" y="134975"/>
                </a:lnTo>
                <a:lnTo>
                  <a:pt x="195541" y="182473"/>
                </a:lnTo>
                <a:lnTo>
                  <a:pt x="200875" y="187820"/>
                </a:lnTo>
                <a:lnTo>
                  <a:pt x="279323" y="187820"/>
                </a:lnTo>
                <a:lnTo>
                  <a:pt x="284670" y="182473"/>
                </a:lnTo>
                <a:lnTo>
                  <a:pt x="284670" y="134975"/>
                </a:lnTo>
                <a:lnTo>
                  <a:pt x="289001" y="112268"/>
                </a:lnTo>
                <a:lnTo>
                  <a:pt x="300634" y="98704"/>
                </a:lnTo>
                <a:lnTo>
                  <a:pt x="317538" y="91986"/>
                </a:lnTo>
                <a:lnTo>
                  <a:pt x="337654" y="89814"/>
                </a:lnTo>
                <a:lnTo>
                  <a:pt x="356171" y="89814"/>
                </a:lnTo>
                <a:lnTo>
                  <a:pt x="361073" y="89903"/>
                </a:lnTo>
                <a:lnTo>
                  <a:pt x="365912" y="90004"/>
                </a:lnTo>
                <a:lnTo>
                  <a:pt x="373354" y="90004"/>
                </a:lnTo>
                <a:lnTo>
                  <a:pt x="375907" y="89052"/>
                </a:lnTo>
                <a:lnTo>
                  <a:pt x="377939" y="87464"/>
                </a:lnTo>
                <a:lnTo>
                  <a:pt x="380834" y="85280"/>
                </a:lnTo>
                <a:lnTo>
                  <a:pt x="382727" y="81813"/>
                </a:lnTo>
                <a:lnTo>
                  <a:pt x="382727" y="5334"/>
                </a:lnTo>
                <a:close/>
              </a:path>
              <a:path w="476250" h="371475">
                <a:moveTo>
                  <a:pt x="476046" y="91224"/>
                </a:moveTo>
                <a:lnTo>
                  <a:pt x="475018" y="90195"/>
                </a:lnTo>
                <a:lnTo>
                  <a:pt x="396570" y="90195"/>
                </a:lnTo>
                <a:lnTo>
                  <a:pt x="391236" y="95529"/>
                </a:lnTo>
                <a:lnTo>
                  <a:pt x="391236" y="102069"/>
                </a:lnTo>
                <a:lnTo>
                  <a:pt x="389521" y="150634"/>
                </a:lnTo>
                <a:lnTo>
                  <a:pt x="379501" y="176276"/>
                </a:lnTo>
                <a:lnTo>
                  <a:pt x="353872" y="186283"/>
                </a:lnTo>
                <a:lnTo>
                  <a:pt x="305308" y="187998"/>
                </a:lnTo>
                <a:lnTo>
                  <a:pt x="298754" y="187998"/>
                </a:lnTo>
                <a:lnTo>
                  <a:pt x="293420" y="193332"/>
                </a:lnTo>
                <a:lnTo>
                  <a:pt x="293420" y="199885"/>
                </a:lnTo>
                <a:lnTo>
                  <a:pt x="293700" y="229247"/>
                </a:lnTo>
                <a:lnTo>
                  <a:pt x="290436" y="257009"/>
                </a:lnTo>
                <a:lnTo>
                  <a:pt x="277406" y="277698"/>
                </a:lnTo>
                <a:lnTo>
                  <a:pt x="248450" y="285813"/>
                </a:lnTo>
                <a:lnTo>
                  <a:pt x="231902" y="285813"/>
                </a:lnTo>
                <a:lnTo>
                  <a:pt x="202946" y="277698"/>
                </a:lnTo>
                <a:lnTo>
                  <a:pt x="202412" y="276847"/>
                </a:lnTo>
                <a:lnTo>
                  <a:pt x="189928" y="257009"/>
                </a:lnTo>
                <a:lnTo>
                  <a:pt x="186651" y="229247"/>
                </a:lnTo>
                <a:lnTo>
                  <a:pt x="186766" y="216674"/>
                </a:lnTo>
                <a:lnTo>
                  <a:pt x="186931" y="199885"/>
                </a:lnTo>
                <a:lnTo>
                  <a:pt x="186931" y="193332"/>
                </a:lnTo>
                <a:lnTo>
                  <a:pt x="181597" y="187998"/>
                </a:lnTo>
                <a:lnTo>
                  <a:pt x="175044" y="187998"/>
                </a:lnTo>
                <a:lnTo>
                  <a:pt x="126479" y="186283"/>
                </a:lnTo>
                <a:lnTo>
                  <a:pt x="100850" y="176276"/>
                </a:lnTo>
                <a:lnTo>
                  <a:pt x="90830" y="150634"/>
                </a:lnTo>
                <a:lnTo>
                  <a:pt x="89128" y="102069"/>
                </a:lnTo>
                <a:lnTo>
                  <a:pt x="89128" y="95529"/>
                </a:lnTo>
                <a:lnTo>
                  <a:pt x="83781" y="90195"/>
                </a:lnTo>
                <a:lnTo>
                  <a:pt x="5334" y="90195"/>
                </a:lnTo>
                <a:lnTo>
                  <a:pt x="0" y="95529"/>
                </a:lnTo>
                <a:lnTo>
                  <a:pt x="0" y="173977"/>
                </a:lnTo>
                <a:lnTo>
                  <a:pt x="5334" y="179311"/>
                </a:lnTo>
                <a:lnTo>
                  <a:pt x="11874" y="179311"/>
                </a:lnTo>
                <a:lnTo>
                  <a:pt x="60439" y="181025"/>
                </a:lnTo>
                <a:lnTo>
                  <a:pt x="86080" y="191046"/>
                </a:lnTo>
                <a:lnTo>
                  <a:pt x="96088" y="216674"/>
                </a:lnTo>
                <a:lnTo>
                  <a:pt x="97802" y="265239"/>
                </a:lnTo>
                <a:lnTo>
                  <a:pt x="97802" y="271792"/>
                </a:lnTo>
                <a:lnTo>
                  <a:pt x="103149" y="277126"/>
                </a:lnTo>
                <a:lnTo>
                  <a:pt x="109689" y="277126"/>
                </a:lnTo>
                <a:lnTo>
                  <a:pt x="139217" y="276872"/>
                </a:lnTo>
                <a:lnTo>
                  <a:pt x="166649" y="280123"/>
                </a:lnTo>
                <a:lnTo>
                  <a:pt x="166903" y="280123"/>
                </a:lnTo>
                <a:lnTo>
                  <a:pt x="187490" y="293141"/>
                </a:lnTo>
                <a:lnTo>
                  <a:pt x="195618" y="322097"/>
                </a:lnTo>
                <a:lnTo>
                  <a:pt x="195618" y="369595"/>
                </a:lnTo>
                <a:lnTo>
                  <a:pt x="197497" y="371475"/>
                </a:lnTo>
                <a:lnTo>
                  <a:pt x="282867" y="371475"/>
                </a:lnTo>
                <a:lnTo>
                  <a:pt x="284734" y="369595"/>
                </a:lnTo>
                <a:lnTo>
                  <a:pt x="284734" y="322097"/>
                </a:lnTo>
                <a:lnTo>
                  <a:pt x="292849" y="293141"/>
                </a:lnTo>
                <a:lnTo>
                  <a:pt x="304495" y="285813"/>
                </a:lnTo>
                <a:lnTo>
                  <a:pt x="313537" y="280123"/>
                </a:lnTo>
                <a:lnTo>
                  <a:pt x="341299" y="276847"/>
                </a:lnTo>
                <a:lnTo>
                  <a:pt x="370662" y="277126"/>
                </a:lnTo>
                <a:lnTo>
                  <a:pt x="377215" y="277126"/>
                </a:lnTo>
                <a:lnTo>
                  <a:pt x="377494" y="276847"/>
                </a:lnTo>
                <a:lnTo>
                  <a:pt x="382549" y="271792"/>
                </a:lnTo>
                <a:lnTo>
                  <a:pt x="382549" y="265239"/>
                </a:lnTo>
                <a:lnTo>
                  <a:pt x="384263" y="216674"/>
                </a:lnTo>
                <a:lnTo>
                  <a:pt x="394271" y="191046"/>
                </a:lnTo>
                <a:lnTo>
                  <a:pt x="419912" y="181025"/>
                </a:lnTo>
                <a:lnTo>
                  <a:pt x="468477" y="179311"/>
                </a:lnTo>
                <a:lnTo>
                  <a:pt x="475018" y="179311"/>
                </a:lnTo>
                <a:lnTo>
                  <a:pt x="476046" y="178282"/>
                </a:lnTo>
                <a:lnTo>
                  <a:pt x="476046" y="91224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184295" y="364400"/>
            <a:ext cx="464820" cy="356235"/>
          </a:xfrm>
          <a:custGeom>
            <a:avLst/>
            <a:gdLst/>
            <a:ahLst/>
            <a:cxnLst/>
            <a:rect l="l" t="t" r="r" b="b"/>
            <a:pathLst>
              <a:path w="464819" h="356234">
                <a:moveTo>
                  <a:pt x="464451" y="285280"/>
                </a:moveTo>
                <a:lnTo>
                  <a:pt x="0" y="285280"/>
                </a:lnTo>
                <a:lnTo>
                  <a:pt x="0" y="356158"/>
                </a:lnTo>
                <a:lnTo>
                  <a:pt x="464451" y="356158"/>
                </a:lnTo>
                <a:lnTo>
                  <a:pt x="464451" y="285280"/>
                </a:lnTo>
                <a:close/>
              </a:path>
              <a:path w="464819" h="356234">
                <a:moveTo>
                  <a:pt x="464451" y="142468"/>
                </a:moveTo>
                <a:lnTo>
                  <a:pt x="0" y="142468"/>
                </a:lnTo>
                <a:lnTo>
                  <a:pt x="0" y="213347"/>
                </a:lnTo>
                <a:lnTo>
                  <a:pt x="464451" y="213347"/>
                </a:lnTo>
                <a:lnTo>
                  <a:pt x="464451" y="142468"/>
                </a:lnTo>
                <a:close/>
              </a:path>
              <a:path w="464819" h="356234">
                <a:moveTo>
                  <a:pt x="464451" y="0"/>
                </a:moveTo>
                <a:lnTo>
                  <a:pt x="0" y="0"/>
                </a:lnTo>
                <a:lnTo>
                  <a:pt x="0" y="70878"/>
                </a:lnTo>
                <a:lnTo>
                  <a:pt x="464451" y="70878"/>
                </a:lnTo>
                <a:lnTo>
                  <a:pt x="464451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220995" y="2070889"/>
            <a:ext cx="2961640" cy="2961640"/>
          </a:xfrm>
          <a:custGeom>
            <a:avLst/>
            <a:gdLst/>
            <a:ahLst/>
            <a:cxnLst/>
            <a:rect l="l" t="t" r="r" b="b"/>
            <a:pathLst>
              <a:path w="2961640" h="2961640">
                <a:moveTo>
                  <a:pt x="1712751" y="1230858"/>
                </a:moveTo>
                <a:lnTo>
                  <a:pt x="1230858" y="1230858"/>
                </a:lnTo>
                <a:lnTo>
                  <a:pt x="766383" y="98700"/>
                </a:lnTo>
                <a:lnTo>
                  <a:pt x="1004427" y="0"/>
                </a:lnTo>
                <a:lnTo>
                  <a:pt x="1474708" y="1132157"/>
                </a:lnTo>
                <a:lnTo>
                  <a:pt x="1753750" y="1132157"/>
                </a:lnTo>
                <a:lnTo>
                  <a:pt x="1712751" y="1230858"/>
                </a:lnTo>
                <a:close/>
              </a:path>
              <a:path w="2961640" h="2961640">
                <a:moveTo>
                  <a:pt x="1753750" y="1132157"/>
                </a:moveTo>
                <a:lnTo>
                  <a:pt x="1474708" y="1132157"/>
                </a:lnTo>
                <a:lnTo>
                  <a:pt x="1944988" y="0"/>
                </a:lnTo>
                <a:lnTo>
                  <a:pt x="2183031" y="98700"/>
                </a:lnTo>
                <a:lnTo>
                  <a:pt x="1753750" y="1132157"/>
                </a:lnTo>
                <a:close/>
              </a:path>
              <a:path w="2961640" h="2961640">
                <a:moveTo>
                  <a:pt x="2410322" y="1230858"/>
                </a:moveTo>
                <a:lnTo>
                  <a:pt x="1712751" y="1230858"/>
                </a:lnTo>
                <a:lnTo>
                  <a:pt x="2850715" y="760577"/>
                </a:lnTo>
                <a:lnTo>
                  <a:pt x="2961026" y="1004426"/>
                </a:lnTo>
                <a:lnTo>
                  <a:pt x="2410322" y="1230858"/>
                </a:lnTo>
                <a:close/>
              </a:path>
              <a:path w="2961640" h="2961640">
                <a:moveTo>
                  <a:pt x="98701" y="2183031"/>
                </a:moveTo>
                <a:lnTo>
                  <a:pt x="0" y="1944988"/>
                </a:lnTo>
                <a:lnTo>
                  <a:pt x="1132158" y="1474707"/>
                </a:lnTo>
                <a:lnTo>
                  <a:pt x="0" y="1004426"/>
                </a:lnTo>
                <a:lnTo>
                  <a:pt x="98701" y="766383"/>
                </a:lnTo>
                <a:lnTo>
                  <a:pt x="1230858" y="1230858"/>
                </a:lnTo>
                <a:lnTo>
                  <a:pt x="2410322" y="1230858"/>
                </a:lnTo>
                <a:lnTo>
                  <a:pt x="1817258" y="1474707"/>
                </a:lnTo>
                <a:lnTo>
                  <a:pt x="2396203" y="1712750"/>
                </a:lnTo>
                <a:lnTo>
                  <a:pt x="1230858" y="1712750"/>
                </a:lnTo>
                <a:lnTo>
                  <a:pt x="98701" y="2183031"/>
                </a:lnTo>
                <a:close/>
              </a:path>
              <a:path w="2961640" h="2961640">
                <a:moveTo>
                  <a:pt x="1004427" y="2961027"/>
                </a:moveTo>
                <a:lnTo>
                  <a:pt x="766383" y="2850714"/>
                </a:lnTo>
                <a:lnTo>
                  <a:pt x="1230858" y="1712750"/>
                </a:lnTo>
                <a:lnTo>
                  <a:pt x="1712751" y="1712750"/>
                </a:lnTo>
                <a:lnTo>
                  <a:pt x="1755940" y="1817257"/>
                </a:lnTo>
                <a:lnTo>
                  <a:pt x="1474708" y="1817257"/>
                </a:lnTo>
                <a:lnTo>
                  <a:pt x="1004427" y="2961027"/>
                </a:lnTo>
                <a:close/>
              </a:path>
              <a:path w="2961640" h="2961640">
                <a:moveTo>
                  <a:pt x="2850715" y="2183031"/>
                </a:moveTo>
                <a:lnTo>
                  <a:pt x="1712751" y="1712750"/>
                </a:lnTo>
                <a:lnTo>
                  <a:pt x="2396203" y="1712750"/>
                </a:lnTo>
                <a:lnTo>
                  <a:pt x="2961026" y="1944988"/>
                </a:lnTo>
                <a:lnTo>
                  <a:pt x="2850715" y="2183031"/>
                </a:lnTo>
                <a:close/>
              </a:path>
              <a:path w="2961640" h="2961640">
                <a:moveTo>
                  <a:pt x="1944988" y="2961027"/>
                </a:moveTo>
                <a:lnTo>
                  <a:pt x="1474708" y="1817257"/>
                </a:lnTo>
                <a:lnTo>
                  <a:pt x="1755940" y="1817257"/>
                </a:lnTo>
                <a:lnTo>
                  <a:pt x="2183031" y="2850714"/>
                </a:lnTo>
                <a:lnTo>
                  <a:pt x="1944988" y="2961027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4589518" y="8256244"/>
            <a:ext cx="2219325" cy="762000"/>
          </a:xfrm>
          <a:custGeom>
            <a:avLst/>
            <a:gdLst/>
            <a:ahLst/>
            <a:cxnLst/>
            <a:rect l="l" t="t" r="r" b="b"/>
            <a:pathLst>
              <a:path w="2219325" h="762000">
                <a:moveTo>
                  <a:pt x="2219324" y="439543"/>
                </a:moveTo>
                <a:lnTo>
                  <a:pt x="2212245" y="477129"/>
                </a:lnTo>
                <a:lnTo>
                  <a:pt x="2198168" y="521235"/>
                </a:lnTo>
                <a:lnTo>
                  <a:pt x="2179081" y="562843"/>
                </a:lnTo>
                <a:lnTo>
                  <a:pt x="2155343" y="601594"/>
                </a:lnTo>
                <a:lnTo>
                  <a:pt x="2127314" y="637130"/>
                </a:lnTo>
                <a:lnTo>
                  <a:pt x="2095352" y="669092"/>
                </a:lnTo>
                <a:lnTo>
                  <a:pt x="2059816" y="697122"/>
                </a:lnTo>
                <a:lnTo>
                  <a:pt x="2021064" y="720859"/>
                </a:lnTo>
                <a:lnTo>
                  <a:pt x="1979456" y="739946"/>
                </a:lnTo>
                <a:lnTo>
                  <a:pt x="1935351" y="754024"/>
                </a:lnTo>
                <a:lnTo>
                  <a:pt x="1893004" y="761999"/>
                </a:lnTo>
              </a:path>
              <a:path w="2219325" h="762000">
                <a:moveTo>
                  <a:pt x="330934" y="761999"/>
                </a:moveTo>
                <a:lnTo>
                  <a:pt x="288586" y="754024"/>
                </a:lnTo>
                <a:lnTo>
                  <a:pt x="244480" y="739946"/>
                </a:lnTo>
                <a:lnTo>
                  <a:pt x="202873" y="720858"/>
                </a:lnTo>
                <a:lnTo>
                  <a:pt x="164121" y="697121"/>
                </a:lnTo>
                <a:lnTo>
                  <a:pt x="128585" y="669092"/>
                </a:lnTo>
                <a:lnTo>
                  <a:pt x="96623" y="637130"/>
                </a:lnTo>
                <a:lnTo>
                  <a:pt x="68594" y="601594"/>
                </a:lnTo>
                <a:lnTo>
                  <a:pt x="44857" y="562842"/>
                </a:lnTo>
                <a:lnTo>
                  <a:pt x="25770" y="521234"/>
                </a:lnTo>
                <a:lnTo>
                  <a:pt x="11692" y="477129"/>
                </a:lnTo>
                <a:lnTo>
                  <a:pt x="2982" y="430884"/>
                </a:lnTo>
                <a:lnTo>
                  <a:pt x="0" y="382860"/>
                </a:lnTo>
                <a:lnTo>
                  <a:pt x="2983" y="334835"/>
                </a:lnTo>
                <a:lnTo>
                  <a:pt x="11692" y="288591"/>
                </a:lnTo>
                <a:lnTo>
                  <a:pt x="25770" y="244485"/>
                </a:lnTo>
                <a:lnTo>
                  <a:pt x="44857" y="202877"/>
                </a:lnTo>
                <a:lnTo>
                  <a:pt x="68595" y="164126"/>
                </a:lnTo>
                <a:lnTo>
                  <a:pt x="96624" y="128590"/>
                </a:lnTo>
                <a:lnTo>
                  <a:pt x="128586" y="96628"/>
                </a:lnTo>
                <a:lnTo>
                  <a:pt x="164122" y="68599"/>
                </a:lnTo>
                <a:lnTo>
                  <a:pt x="202873" y="44862"/>
                </a:lnTo>
                <a:lnTo>
                  <a:pt x="244481" y="25775"/>
                </a:lnTo>
                <a:lnTo>
                  <a:pt x="288586" y="11697"/>
                </a:lnTo>
                <a:lnTo>
                  <a:pt x="334831" y="2987"/>
                </a:lnTo>
                <a:lnTo>
                  <a:pt x="382855" y="0"/>
                </a:lnTo>
                <a:lnTo>
                  <a:pt x="1841082" y="0"/>
                </a:lnTo>
                <a:lnTo>
                  <a:pt x="1889106" y="2987"/>
                </a:lnTo>
                <a:lnTo>
                  <a:pt x="1935350" y="11697"/>
                </a:lnTo>
                <a:lnTo>
                  <a:pt x="1979456" y="25774"/>
                </a:lnTo>
                <a:lnTo>
                  <a:pt x="2021064" y="44861"/>
                </a:lnTo>
                <a:lnTo>
                  <a:pt x="2059815" y="68598"/>
                </a:lnTo>
                <a:lnTo>
                  <a:pt x="2095352" y="96627"/>
                </a:lnTo>
                <a:lnTo>
                  <a:pt x="2127314" y="128589"/>
                </a:lnTo>
                <a:lnTo>
                  <a:pt x="2155343" y="164125"/>
                </a:lnTo>
                <a:lnTo>
                  <a:pt x="2179080" y="202877"/>
                </a:lnTo>
                <a:lnTo>
                  <a:pt x="2198167" y="244485"/>
                </a:lnTo>
                <a:lnTo>
                  <a:pt x="2212245" y="288590"/>
                </a:lnTo>
                <a:lnTo>
                  <a:pt x="2219324" y="326177"/>
                </a:lnTo>
              </a:path>
            </a:pathLst>
          </a:custGeom>
          <a:ln w="38099">
            <a:solidFill>
              <a:srgbClr val="FF61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E7E7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700" b="1" i="0">
                <a:solidFill>
                  <a:srgbClr val="E7E7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E7E7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E7E7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76205" y="359825"/>
            <a:ext cx="816609" cy="314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E7E7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63578" y="3160376"/>
            <a:ext cx="10850880" cy="450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700" b="1" i="0">
                <a:solidFill>
                  <a:srgbClr val="E7E7E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-124657" y="0"/>
            <a:ext cx="14399260" cy="10287000"/>
            <a:chOff x="0" y="0"/>
            <a:chExt cx="1439926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3295375" cy="10286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5967" y="2837688"/>
              <a:ext cx="10082783" cy="744931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HOME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982563" y="359825"/>
            <a:ext cx="9124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40" dirty="0">
                <a:solidFill>
                  <a:srgbClr val="E7E7E7"/>
                </a:solidFill>
                <a:latin typeface="Verdana"/>
                <a:cs typeface="Verdana"/>
              </a:rPr>
              <a:t>ABOUT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20914" y="359825"/>
            <a:ext cx="12319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CONTENT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1828800" y="1642284"/>
            <a:ext cx="12267890" cy="41739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7635"/>
              </a:lnSpc>
              <a:spcBef>
                <a:spcPts val="105"/>
              </a:spcBef>
            </a:pPr>
            <a:r>
              <a:rPr lang="en-US" sz="8000" b="0" spc="1830" dirty="0">
                <a:latin typeface="Tahoma"/>
                <a:cs typeface="Tahoma"/>
              </a:rPr>
              <a:t>Electric</a:t>
            </a:r>
            <a:r>
              <a:rPr lang="en-US" sz="8000" b="0" spc="1830" dirty="0"/>
              <a:t>-Vehicles (EV) data analysis </a:t>
            </a:r>
            <a:endParaRPr sz="8000" b="0" spc="26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63578" y="8329180"/>
            <a:ext cx="4811395" cy="3155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0"/>
              </a:spcBef>
              <a:tabLst>
                <a:tab pos="1576705" algn="l"/>
                <a:tab pos="3281045" algn="l"/>
                <a:tab pos="3801110" algn="l"/>
              </a:tabLst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endParaRPr sz="1900" dirty="0">
              <a:latin typeface="Verdana"/>
              <a:cs typeface="Verdan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E78E38-1278-9909-7E8E-10BCACD337D5}"/>
              </a:ext>
            </a:extLst>
          </p:cNvPr>
          <p:cNvSpPr txBox="1"/>
          <p:nvPr/>
        </p:nvSpPr>
        <p:spPr>
          <a:xfrm>
            <a:off x="2272438" y="8329181"/>
            <a:ext cx="3823562" cy="1057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ctr">
              <a:lnSpc>
                <a:spcPct val="116799"/>
              </a:lnSpc>
              <a:spcBef>
                <a:spcPts val="95"/>
              </a:spcBef>
            </a:pPr>
            <a:r>
              <a:rPr lang="en-US" sz="1800" spc="-20" dirty="0">
                <a:solidFill>
                  <a:srgbClr val="E7E7E7"/>
                </a:solidFill>
                <a:latin typeface="Verdana"/>
                <a:cs typeface="Verdana"/>
              </a:rPr>
              <a:t>Mohamed</a:t>
            </a:r>
            <a:r>
              <a:rPr lang="en-US" sz="1800" spc="-1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lang="en-US" sz="1800" spc="-30" dirty="0">
                <a:solidFill>
                  <a:srgbClr val="E7E7E7"/>
                </a:solidFill>
                <a:latin typeface="Verdana"/>
                <a:cs typeface="Verdana"/>
              </a:rPr>
              <a:t>Khaled</a:t>
            </a:r>
          </a:p>
          <a:p>
            <a:pPr marL="12700" marR="5080" algn="ctr">
              <a:lnSpc>
                <a:spcPct val="116799"/>
              </a:lnSpc>
              <a:spcBef>
                <a:spcPts val="95"/>
              </a:spcBef>
            </a:pPr>
            <a:r>
              <a:rPr lang="en-US" sz="1800" spc="-3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lang="en-US" sz="1800" spc="-90" dirty="0">
                <a:solidFill>
                  <a:srgbClr val="E7E7E7"/>
                </a:solidFill>
                <a:latin typeface="Verdana"/>
                <a:cs typeface="Verdana"/>
              </a:rPr>
              <a:t>Hazem</a:t>
            </a:r>
            <a:r>
              <a:rPr lang="en-US" sz="1800" spc="-21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lang="en-US" sz="1800" spc="-20" dirty="0">
                <a:solidFill>
                  <a:srgbClr val="E7E7E7"/>
                </a:solidFill>
                <a:latin typeface="Verdana"/>
                <a:cs typeface="Verdana"/>
              </a:rPr>
              <a:t>Ehab </a:t>
            </a:r>
            <a:endParaRPr lang="en-US" spc="-20" dirty="0">
              <a:solidFill>
                <a:srgbClr val="E7E7E7"/>
              </a:solidFill>
              <a:latin typeface="Verdana"/>
              <a:cs typeface="Verdana"/>
            </a:endParaRPr>
          </a:p>
          <a:p>
            <a:pPr marL="12700" marR="5080" algn="ctr">
              <a:lnSpc>
                <a:spcPct val="116799"/>
              </a:lnSpc>
              <a:spcBef>
                <a:spcPts val="95"/>
              </a:spcBef>
            </a:pPr>
            <a:r>
              <a:rPr lang="en-US" sz="1800" spc="-70" dirty="0">
                <a:solidFill>
                  <a:srgbClr val="E7E7E7"/>
                </a:solidFill>
                <a:latin typeface="Verdana"/>
                <a:cs typeface="Verdana"/>
              </a:rPr>
              <a:t>Omar</a:t>
            </a:r>
            <a:r>
              <a:rPr lang="en-US" sz="1800" spc="-22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lang="en-US" sz="1800" spc="-10" dirty="0" err="1">
                <a:solidFill>
                  <a:srgbClr val="E7E7E7"/>
                </a:solidFill>
                <a:latin typeface="Verdana"/>
                <a:cs typeface="Verdana"/>
              </a:rPr>
              <a:t>Abdelatif</a:t>
            </a:r>
            <a:endParaRPr lang="en-US" sz="1800" dirty="0">
              <a:latin typeface="Verdana"/>
              <a:cs typeface="Verdan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E61FCE-904C-698E-573B-B416BE784AD6}"/>
              </a:ext>
            </a:extLst>
          </p:cNvPr>
          <p:cNvSpPr txBox="1"/>
          <p:nvPr/>
        </p:nvSpPr>
        <p:spPr>
          <a:xfrm>
            <a:off x="2743200" y="7734300"/>
            <a:ext cx="3033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Prepared by: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4741"/>
            <a:ext cx="18288000" cy="27305"/>
          </a:xfrm>
          <a:custGeom>
            <a:avLst/>
            <a:gdLst/>
            <a:ahLst/>
            <a:cxnLst/>
            <a:rect l="l" t="t" r="r" b="b"/>
            <a:pathLst>
              <a:path w="18288000" h="27305">
                <a:moveTo>
                  <a:pt x="0" y="26702"/>
                </a:moveTo>
                <a:lnTo>
                  <a:pt x="0" y="17177"/>
                </a:lnTo>
                <a:lnTo>
                  <a:pt x="18287999" y="0"/>
                </a:lnTo>
                <a:lnTo>
                  <a:pt x="18287999" y="9525"/>
                </a:lnTo>
                <a:lnTo>
                  <a:pt x="0" y="26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4083" y="364400"/>
            <a:ext cx="476250" cy="371475"/>
          </a:xfrm>
          <a:custGeom>
            <a:avLst/>
            <a:gdLst/>
            <a:ahLst/>
            <a:cxnLst/>
            <a:rect l="l" t="t" r="r" b="b"/>
            <a:pathLst>
              <a:path w="476250" h="371475">
                <a:moveTo>
                  <a:pt x="382727" y="5334"/>
                </a:moveTo>
                <a:lnTo>
                  <a:pt x="377393" y="0"/>
                </a:lnTo>
                <a:lnTo>
                  <a:pt x="298259" y="0"/>
                </a:lnTo>
                <a:lnTo>
                  <a:pt x="292912" y="5334"/>
                </a:lnTo>
                <a:lnTo>
                  <a:pt x="292912" y="55638"/>
                </a:lnTo>
                <a:lnTo>
                  <a:pt x="289598" y="72390"/>
                </a:lnTo>
                <a:lnTo>
                  <a:pt x="282105" y="86067"/>
                </a:lnTo>
                <a:lnTo>
                  <a:pt x="268897" y="95300"/>
                </a:lnTo>
                <a:lnTo>
                  <a:pt x="248386" y="98691"/>
                </a:lnTo>
                <a:lnTo>
                  <a:pt x="231825" y="98691"/>
                </a:lnTo>
                <a:lnTo>
                  <a:pt x="211632" y="95427"/>
                </a:lnTo>
                <a:lnTo>
                  <a:pt x="198501" y="86525"/>
                </a:lnTo>
                <a:lnTo>
                  <a:pt x="190919" y="73279"/>
                </a:lnTo>
                <a:lnTo>
                  <a:pt x="187439" y="57010"/>
                </a:lnTo>
                <a:lnTo>
                  <a:pt x="187439" y="5334"/>
                </a:lnTo>
                <a:lnTo>
                  <a:pt x="182092" y="0"/>
                </a:lnTo>
                <a:lnTo>
                  <a:pt x="109499" y="0"/>
                </a:lnTo>
                <a:lnTo>
                  <a:pt x="102958" y="0"/>
                </a:lnTo>
                <a:lnTo>
                  <a:pt x="97624" y="5334"/>
                </a:lnTo>
                <a:lnTo>
                  <a:pt x="97624" y="84467"/>
                </a:lnTo>
                <a:lnTo>
                  <a:pt x="102958" y="89814"/>
                </a:lnTo>
                <a:lnTo>
                  <a:pt x="115658" y="89814"/>
                </a:lnTo>
                <a:lnTo>
                  <a:pt x="115519" y="89954"/>
                </a:lnTo>
                <a:lnTo>
                  <a:pt x="124333" y="89814"/>
                </a:lnTo>
                <a:lnTo>
                  <a:pt x="142163" y="89814"/>
                </a:lnTo>
                <a:lnTo>
                  <a:pt x="162445" y="91948"/>
                </a:lnTo>
                <a:lnTo>
                  <a:pt x="179476" y="98628"/>
                </a:lnTo>
                <a:lnTo>
                  <a:pt x="191185" y="112191"/>
                </a:lnTo>
                <a:lnTo>
                  <a:pt x="195541" y="134975"/>
                </a:lnTo>
                <a:lnTo>
                  <a:pt x="195541" y="182473"/>
                </a:lnTo>
                <a:lnTo>
                  <a:pt x="200875" y="187820"/>
                </a:lnTo>
                <a:lnTo>
                  <a:pt x="279323" y="187820"/>
                </a:lnTo>
                <a:lnTo>
                  <a:pt x="284670" y="182473"/>
                </a:lnTo>
                <a:lnTo>
                  <a:pt x="284670" y="134975"/>
                </a:lnTo>
                <a:lnTo>
                  <a:pt x="289001" y="112268"/>
                </a:lnTo>
                <a:lnTo>
                  <a:pt x="300634" y="98704"/>
                </a:lnTo>
                <a:lnTo>
                  <a:pt x="317538" y="91986"/>
                </a:lnTo>
                <a:lnTo>
                  <a:pt x="337654" y="89814"/>
                </a:lnTo>
                <a:lnTo>
                  <a:pt x="356171" y="89814"/>
                </a:lnTo>
                <a:lnTo>
                  <a:pt x="361073" y="89903"/>
                </a:lnTo>
                <a:lnTo>
                  <a:pt x="365912" y="90004"/>
                </a:lnTo>
                <a:lnTo>
                  <a:pt x="373354" y="90004"/>
                </a:lnTo>
                <a:lnTo>
                  <a:pt x="375907" y="89052"/>
                </a:lnTo>
                <a:lnTo>
                  <a:pt x="377939" y="87464"/>
                </a:lnTo>
                <a:lnTo>
                  <a:pt x="380834" y="85280"/>
                </a:lnTo>
                <a:lnTo>
                  <a:pt x="382727" y="81813"/>
                </a:lnTo>
                <a:lnTo>
                  <a:pt x="382727" y="5334"/>
                </a:lnTo>
                <a:close/>
              </a:path>
              <a:path w="476250" h="371475">
                <a:moveTo>
                  <a:pt x="476046" y="91224"/>
                </a:moveTo>
                <a:lnTo>
                  <a:pt x="475018" y="90195"/>
                </a:lnTo>
                <a:lnTo>
                  <a:pt x="396570" y="90195"/>
                </a:lnTo>
                <a:lnTo>
                  <a:pt x="391236" y="95529"/>
                </a:lnTo>
                <a:lnTo>
                  <a:pt x="391236" y="102069"/>
                </a:lnTo>
                <a:lnTo>
                  <a:pt x="389521" y="150634"/>
                </a:lnTo>
                <a:lnTo>
                  <a:pt x="379501" y="176276"/>
                </a:lnTo>
                <a:lnTo>
                  <a:pt x="353872" y="186283"/>
                </a:lnTo>
                <a:lnTo>
                  <a:pt x="305308" y="187998"/>
                </a:lnTo>
                <a:lnTo>
                  <a:pt x="298754" y="187998"/>
                </a:lnTo>
                <a:lnTo>
                  <a:pt x="293420" y="193332"/>
                </a:lnTo>
                <a:lnTo>
                  <a:pt x="293420" y="199885"/>
                </a:lnTo>
                <a:lnTo>
                  <a:pt x="293700" y="229247"/>
                </a:lnTo>
                <a:lnTo>
                  <a:pt x="290436" y="257009"/>
                </a:lnTo>
                <a:lnTo>
                  <a:pt x="277406" y="277698"/>
                </a:lnTo>
                <a:lnTo>
                  <a:pt x="248450" y="285813"/>
                </a:lnTo>
                <a:lnTo>
                  <a:pt x="231902" y="285813"/>
                </a:lnTo>
                <a:lnTo>
                  <a:pt x="202946" y="277698"/>
                </a:lnTo>
                <a:lnTo>
                  <a:pt x="202412" y="276847"/>
                </a:lnTo>
                <a:lnTo>
                  <a:pt x="189928" y="257009"/>
                </a:lnTo>
                <a:lnTo>
                  <a:pt x="186651" y="229247"/>
                </a:lnTo>
                <a:lnTo>
                  <a:pt x="186766" y="216674"/>
                </a:lnTo>
                <a:lnTo>
                  <a:pt x="186931" y="199885"/>
                </a:lnTo>
                <a:lnTo>
                  <a:pt x="186931" y="193332"/>
                </a:lnTo>
                <a:lnTo>
                  <a:pt x="181597" y="187998"/>
                </a:lnTo>
                <a:lnTo>
                  <a:pt x="175044" y="187998"/>
                </a:lnTo>
                <a:lnTo>
                  <a:pt x="126479" y="186283"/>
                </a:lnTo>
                <a:lnTo>
                  <a:pt x="100850" y="176276"/>
                </a:lnTo>
                <a:lnTo>
                  <a:pt x="90830" y="150634"/>
                </a:lnTo>
                <a:lnTo>
                  <a:pt x="89128" y="102069"/>
                </a:lnTo>
                <a:lnTo>
                  <a:pt x="89128" y="95529"/>
                </a:lnTo>
                <a:lnTo>
                  <a:pt x="83781" y="90195"/>
                </a:lnTo>
                <a:lnTo>
                  <a:pt x="5334" y="90195"/>
                </a:lnTo>
                <a:lnTo>
                  <a:pt x="0" y="95529"/>
                </a:lnTo>
                <a:lnTo>
                  <a:pt x="0" y="173977"/>
                </a:lnTo>
                <a:lnTo>
                  <a:pt x="5334" y="179311"/>
                </a:lnTo>
                <a:lnTo>
                  <a:pt x="11874" y="179311"/>
                </a:lnTo>
                <a:lnTo>
                  <a:pt x="60439" y="181025"/>
                </a:lnTo>
                <a:lnTo>
                  <a:pt x="86080" y="191046"/>
                </a:lnTo>
                <a:lnTo>
                  <a:pt x="96088" y="216674"/>
                </a:lnTo>
                <a:lnTo>
                  <a:pt x="97802" y="265239"/>
                </a:lnTo>
                <a:lnTo>
                  <a:pt x="97802" y="271792"/>
                </a:lnTo>
                <a:lnTo>
                  <a:pt x="103149" y="277126"/>
                </a:lnTo>
                <a:lnTo>
                  <a:pt x="109689" y="277126"/>
                </a:lnTo>
                <a:lnTo>
                  <a:pt x="139217" y="276872"/>
                </a:lnTo>
                <a:lnTo>
                  <a:pt x="166649" y="280123"/>
                </a:lnTo>
                <a:lnTo>
                  <a:pt x="166903" y="280123"/>
                </a:lnTo>
                <a:lnTo>
                  <a:pt x="187490" y="293141"/>
                </a:lnTo>
                <a:lnTo>
                  <a:pt x="195618" y="322097"/>
                </a:lnTo>
                <a:lnTo>
                  <a:pt x="195618" y="369595"/>
                </a:lnTo>
                <a:lnTo>
                  <a:pt x="197497" y="371475"/>
                </a:lnTo>
                <a:lnTo>
                  <a:pt x="282867" y="371475"/>
                </a:lnTo>
                <a:lnTo>
                  <a:pt x="284734" y="369595"/>
                </a:lnTo>
                <a:lnTo>
                  <a:pt x="284734" y="322097"/>
                </a:lnTo>
                <a:lnTo>
                  <a:pt x="292849" y="293141"/>
                </a:lnTo>
                <a:lnTo>
                  <a:pt x="304495" y="285813"/>
                </a:lnTo>
                <a:lnTo>
                  <a:pt x="313537" y="280123"/>
                </a:lnTo>
                <a:lnTo>
                  <a:pt x="341299" y="276847"/>
                </a:lnTo>
                <a:lnTo>
                  <a:pt x="370662" y="277126"/>
                </a:lnTo>
                <a:lnTo>
                  <a:pt x="377215" y="277126"/>
                </a:lnTo>
                <a:lnTo>
                  <a:pt x="377494" y="276847"/>
                </a:lnTo>
                <a:lnTo>
                  <a:pt x="382549" y="271792"/>
                </a:lnTo>
                <a:lnTo>
                  <a:pt x="382549" y="265239"/>
                </a:lnTo>
                <a:lnTo>
                  <a:pt x="384263" y="216674"/>
                </a:lnTo>
                <a:lnTo>
                  <a:pt x="394271" y="191046"/>
                </a:lnTo>
                <a:lnTo>
                  <a:pt x="419912" y="181025"/>
                </a:lnTo>
                <a:lnTo>
                  <a:pt x="468477" y="179311"/>
                </a:lnTo>
                <a:lnTo>
                  <a:pt x="475018" y="179311"/>
                </a:lnTo>
                <a:lnTo>
                  <a:pt x="476046" y="178282"/>
                </a:lnTo>
                <a:lnTo>
                  <a:pt x="476046" y="91224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184296" y="364392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84296" y="506858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84296" y="649677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50480" y="5670331"/>
            <a:ext cx="1209040" cy="1209040"/>
          </a:xfrm>
          <a:custGeom>
            <a:avLst/>
            <a:gdLst/>
            <a:ahLst/>
            <a:cxnLst/>
            <a:rect l="l" t="t" r="r" b="b"/>
            <a:pathLst>
              <a:path w="1209040" h="1209040">
                <a:moveTo>
                  <a:pt x="699218" y="502489"/>
                </a:moveTo>
                <a:lnTo>
                  <a:pt x="502490" y="502489"/>
                </a:lnTo>
                <a:lnTo>
                  <a:pt x="312871" y="40294"/>
                </a:lnTo>
                <a:lnTo>
                  <a:pt x="410049" y="0"/>
                </a:lnTo>
                <a:lnTo>
                  <a:pt x="602039" y="462195"/>
                </a:lnTo>
                <a:lnTo>
                  <a:pt x="715956" y="462195"/>
                </a:lnTo>
                <a:lnTo>
                  <a:pt x="699218" y="502489"/>
                </a:lnTo>
                <a:close/>
              </a:path>
              <a:path w="1209040" h="1209040">
                <a:moveTo>
                  <a:pt x="715956" y="462195"/>
                </a:moveTo>
                <a:lnTo>
                  <a:pt x="602039" y="462195"/>
                </a:lnTo>
                <a:lnTo>
                  <a:pt x="794028" y="0"/>
                </a:lnTo>
                <a:lnTo>
                  <a:pt x="891208" y="40294"/>
                </a:lnTo>
                <a:lnTo>
                  <a:pt x="715956" y="462195"/>
                </a:lnTo>
                <a:close/>
              </a:path>
              <a:path w="1209040" h="1209040">
                <a:moveTo>
                  <a:pt x="983998" y="502489"/>
                </a:moveTo>
                <a:lnTo>
                  <a:pt x="699218" y="502489"/>
                </a:lnTo>
                <a:lnTo>
                  <a:pt x="1163785" y="310500"/>
                </a:lnTo>
                <a:lnTo>
                  <a:pt x="1208819" y="410050"/>
                </a:lnTo>
                <a:lnTo>
                  <a:pt x="983998" y="502489"/>
                </a:lnTo>
                <a:close/>
              </a:path>
              <a:path w="1209040" h="1209040">
                <a:moveTo>
                  <a:pt x="40294" y="891208"/>
                </a:moveTo>
                <a:lnTo>
                  <a:pt x="0" y="794028"/>
                </a:lnTo>
                <a:lnTo>
                  <a:pt x="462196" y="602039"/>
                </a:lnTo>
                <a:lnTo>
                  <a:pt x="0" y="410050"/>
                </a:lnTo>
                <a:lnTo>
                  <a:pt x="40294" y="312871"/>
                </a:lnTo>
                <a:lnTo>
                  <a:pt x="502490" y="502489"/>
                </a:lnTo>
                <a:lnTo>
                  <a:pt x="983998" y="502489"/>
                </a:lnTo>
                <a:lnTo>
                  <a:pt x="741883" y="602039"/>
                </a:lnTo>
                <a:lnTo>
                  <a:pt x="978233" y="699219"/>
                </a:lnTo>
                <a:lnTo>
                  <a:pt x="502490" y="699219"/>
                </a:lnTo>
                <a:lnTo>
                  <a:pt x="40294" y="891208"/>
                </a:lnTo>
                <a:close/>
              </a:path>
              <a:path w="1209040" h="1209040">
                <a:moveTo>
                  <a:pt x="410049" y="1208819"/>
                </a:moveTo>
                <a:lnTo>
                  <a:pt x="312871" y="1163784"/>
                </a:lnTo>
                <a:lnTo>
                  <a:pt x="502490" y="699219"/>
                </a:lnTo>
                <a:lnTo>
                  <a:pt x="699218" y="699219"/>
                </a:lnTo>
                <a:lnTo>
                  <a:pt x="716850" y="741882"/>
                </a:lnTo>
                <a:lnTo>
                  <a:pt x="602039" y="741882"/>
                </a:lnTo>
                <a:lnTo>
                  <a:pt x="410049" y="1208819"/>
                </a:lnTo>
                <a:close/>
              </a:path>
              <a:path w="1209040" h="1209040">
                <a:moveTo>
                  <a:pt x="1163785" y="891208"/>
                </a:moveTo>
                <a:lnTo>
                  <a:pt x="699218" y="699219"/>
                </a:lnTo>
                <a:lnTo>
                  <a:pt x="978233" y="699219"/>
                </a:lnTo>
                <a:lnTo>
                  <a:pt x="1208819" y="794028"/>
                </a:lnTo>
                <a:lnTo>
                  <a:pt x="1163785" y="891208"/>
                </a:lnTo>
                <a:close/>
              </a:path>
              <a:path w="1209040" h="1209040">
                <a:moveTo>
                  <a:pt x="794028" y="1208819"/>
                </a:moveTo>
                <a:lnTo>
                  <a:pt x="602039" y="741882"/>
                </a:lnTo>
                <a:lnTo>
                  <a:pt x="716850" y="741882"/>
                </a:lnTo>
                <a:lnTo>
                  <a:pt x="891208" y="1163784"/>
                </a:lnTo>
                <a:lnTo>
                  <a:pt x="794028" y="1208819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67677" y="6274741"/>
            <a:ext cx="1209040" cy="1209040"/>
          </a:xfrm>
          <a:custGeom>
            <a:avLst/>
            <a:gdLst/>
            <a:ahLst/>
            <a:cxnLst/>
            <a:rect l="l" t="t" r="r" b="b"/>
            <a:pathLst>
              <a:path w="1209039" h="1209040">
                <a:moveTo>
                  <a:pt x="699219" y="502489"/>
                </a:moveTo>
                <a:lnTo>
                  <a:pt x="502489" y="502489"/>
                </a:lnTo>
                <a:lnTo>
                  <a:pt x="312870" y="40293"/>
                </a:lnTo>
                <a:lnTo>
                  <a:pt x="410050" y="0"/>
                </a:lnTo>
                <a:lnTo>
                  <a:pt x="602039" y="462195"/>
                </a:lnTo>
                <a:lnTo>
                  <a:pt x="715956" y="462195"/>
                </a:lnTo>
                <a:lnTo>
                  <a:pt x="699219" y="502489"/>
                </a:lnTo>
                <a:close/>
              </a:path>
              <a:path w="1209039" h="1209040">
                <a:moveTo>
                  <a:pt x="715956" y="462195"/>
                </a:moveTo>
                <a:lnTo>
                  <a:pt x="602039" y="462195"/>
                </a:lnTo>
                <a:lnTo>
                  <a:pt x="794028" y="0"/>
                </a:lnTo>
                <a:lnTo>
                  <a:pt x="891208" y="40293"/>
                </a:lnTo>
                <a:lnTo>
                  <a:pt x="715956" y="462195"/>
                </a:lnTo>
                <a:close/>
              </a:path>
              <a:path w="1209039" h="1209040">
                <a:moveTo>
                  <a:pt x="983997" y="502489"/>
                </a:moveTo>
                <a:lnTo>
                  <a:pt x="699219" y="502489"/>
                </a:lnTo>
                <a:lnTo>
                  <a:pt x="1163784" y="310500"/>
                </a:lnTo>
                <a:lnTo>
                  <a:pt x="1208819" y="410050"/>
                </a:lnTo>
                <a:lnTo>
                  <a:pt x="983997" y="502489"/>
                </a:lnTo>
                <a:close/>
              </a:path>
              <a:path w="1209039" h="1209040">
                <a:moveTo>
                  <a:pt x="40294" y="891208"/>
                </a:moveTo>
                <a:lnTo>
                  <a:pt x="0" y="794028"/>
                </a:lnTo>
                <a:lnTo>
                  <a:pt x="462195" y="602039"/>
                </a:lnTo>
                <a:lnTo>
                  <a:pt x="0" y="410050"/>
                </a:lnTo>
                <a:lnTo>
                  <a:pt x="40294" y="312871"/>
                </a:lnTo>
                <a:lnTo>
                  <a:pt x="502489" y="502489"/>
                </a:lnTo>
                <a:lnTo>
                  <a:pt x="983997" y="502489"/>
                </a:lnTo>
                <a:lnTo>
                  <a:pt x="741883" y="602039"/>
                </a:lnTo>
                <a:lnTo>
                  <a:pt x="978233" y="699219"/>
                </a:lnTo>
                <a:lnTo>
                  <a:pt x="502489" y="699219"/>
                </a:lnTo>
                <a:lnTo>
                  <a:pt x="40294" y="891208"/>
                </a:lnTo>
                <a:close/>
              </a:path>
              <a:path w="1209039" h="1209040">
                <a:moveTo>
                  <a:pt x="410050" y="1208819"/>
                </a:moveTo>
                <a:lnTo>
                  <a:pt x="312870" y="1163784"/>
                </a:lnTo>
                <a:lnTo>
                  <a:pt x="502489" y="699219"/>
                </a:lnTo>
                <a:lnTo>
                  <a:pt x="699219" y="699219"/>
                </a:lnTo>
                <a:lnTo>
                  <a:pt x="716850" y="741882"/>
                </a:lnTo>
                <a:lnTo>
                  <a:pt x="602039" y="741882"/>
                </a:lnTo>
                <a:lnTo>
                  <a:pt x="410050" y="1208819"/>
                </a:lnTo>
                <a:close/>
              </a:path>
              <a:path w="1209039" h="1209040">
                <a:moveTo>
                  <a:pt x="1163784" y="891208"/>
                </a:moveTo>
                <a:lnTo>
                  <a:pt x="699219" y="699219"/>
                </a:lnTo>
                <a:lnTo>
                  <a:pt x="978233" y="699219"/>
                </a:lnTo>
                <a:lnTo>
                  <a:pt x="1208819" y="794028"/>
                </a:lnTo>
                <a:lnTo>
                  <a:pt x="1163784" y="891208"/>
                </a:lnTo>
                <a:close/>
              </a:path>
              <a:path w="1209039" h="1209040">
                <a:moveTo>
                  <a:pt x="794028" y="1208819"/>
                </a:moveTo>
                <a:lnTo>
                  <a:pt x="602039" y="741882"/>
                </a:lnTo>
                <a:lnTo>
                  <a:pt x="716850" y="741882"/>
                </a:lnTo>
                <a:lnTo>
                  <a:pt x="891208" y="1163784"/>
                </a:lnTo>
                <a:lnTo>
                  <a:pt x="794028" y="1208819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69912" y="359825"/>
            <a:ext cx="9378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85" dirty="0">
                <a:solidFill>
                  <a:srgbClr val="E7E7E7"/>
                </a:solidFill>
                <a:latin typeface="Tahoma"/>
                <a:cs typeface="Tahoma"/>
              </a:rPr>
              <a:t>ABOUT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20914" y="359825"/>
            <a:ext cx="12319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CONTENT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3693" y="3314700"/>
            <a:ext cx="15008225" cy="2136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3800" spc="-445" dirty="0">
                <a:solidFill>
                  <a:srgbClr val="E7E7E7"/>
                </a:solidFill>
                <a:latin typeface="Arial Black"/>
                <a:cs typeface="Arial Black"/>
              </a:rPr>
              <a:t>Introduction</a:t>
            </a:r>
            <a:endParaRPr lang="en-US" sz="13800" spc="-445" dirty="0">
              <a:solidFill>
                <a:srgbClr val="E7E7E7"/>
              </a:solidFill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CAA99-EE0B-21F7-FB48-24765024F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DD3AAD-479E-5D16-4F98-C4B33F579575}"/>
              </a:ext>
            </a:extLst>
          </p:cNvPr>
          <p:cNvSpPr/>
          <p:nvPr/>
        </p:nvSpPr>
        <p:spPr>
          <a:xfrm>
            <a:off x="0" y="1024741"/>
            <a:ext cx="18288000" cy="27305"/>
          </a:xfrm>
          <a:custGeom>
            <a:avLst/>
            <a:gdLst/>
            <a:ahLst/>
            <a:cxnLst/>
            <a:rect l="l" t="t" r="r" b="b"/>
            <a:pathLst>
              <a:path w="18288000" h="27305">
                <a:moveTo>
                  <a:pt x="0" y="26702"/>
                </a:moveTo>
                <a:lnTo>
                  <a:pt x="0" y="17177"/>
                </a:lnTo>
                <a:lnTo>
                  <a:pt x="18287999" y="0"/>
                </a:lnTo>
                <a:lnTo>
                  <a:pt x="18287999" y="9525"/>
                </a:lnTo>
                <a:lnTo>
                  <a:pt x="0" y="26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BA2C386-A1D4-87FD-C7BB-416FEE68ECF8}"/>
              </a:ext>
            </a:extLst>
          </p:cNvPr>
          <p:cNvSpPr/>
          <p:nvPr/>
        </p:nvSpPr>
        <p:spPr>
          <a:xfrm>
            <a:off x="264083" y="364400"/>
            <a:ext cx="476250" cy="371475"/>
          </a:xfrm>
          <a:custGeom>
            <a:avLst/>
            <a:gdLst/>
            <a:ahLst/>
            <a:cxnLst/>
            <a:rect l="l" t="t" r="r" b="b"/>
            <a:pathLst>
              <a:path w="476250" h="371475">
                <a:moveTo>
                  <a:pt x="382727" y="5334"/>
                </a:moveTo>
                <a:lnTo>
                  <a:pt x="377393" y="0"/>
                </a:lnTo>
                <a:lnTo>
                  <a:pt x="298259" y="0"/>
                </a:lnTo>
                <a:lnTo>
                  <a:pt x="292912" y="5334"/>
                </a:lnTo>
                <a:lnTo>
                  <a:pt x="292912" y="55638"/>
                </a:lnTo>
                <a:lnTo>
                  <a:pt x="289598" y="72390"/>
                </a:lnTo>
                <a:lnTo>
                  <a:pt x="282105" y="86067"/>
                </a:lnTo>
                <a:lnTo>
                  <a:pt x="268897" y="95300"/>
                </a:lnTo>
                <a:lnTo>
                  <a:pt x="248386" y="98691"/>
                </a:lnTo>
                <a:lnTo>
                  <a:pt x="231825" y="98691"/>
                </a:lnTo>
                <a:lnTo>
                  <a:pt x="211632" y="95427"/>
                </a:lnTo>
                <a:lnTo>
                  <a:pt x="198501" y="86525"/>
                </a:lnTo>
                <a:lnTo>
                  <a:pt x="190919" y="73279"/>
                </a:lnTo>
                <a:lnTo>
                  <a:pt x="187439" y="57010"/>
                </a:lnTo>
                <a:lnTo>
                  <a:pt x="187439" y="5334"/>
                </a:lnTo>
                <a:lnTo>
                  <a:pt x="182092" y="0"/>
                </a:lnTo>
                <a:lnTo>
                  <a:pt x="109499" y="0"/>
                </a:lnTo>
                <a:lnTo>
                  <a:pt x="102958" y="0"/>
                </a:lnTo>
                <a:lnTo>
                  <a:pt x="97624" y="5334"/>
                </a:lnTo>
                <a:lnTo>
                  <a:pt x="97624" y="84467"/>
                </a:lnTo>
                <a:lnTo>
                  <a:pt x="102958" y="89814"/>
                </a:lnTo>
                <a:lnTo>
                  <a:pt x="115658" y="89814"/>
                </a:lnTo>
                <a:lnTo>
                  <a:pt x="115519" y="89954"/>
                </a:lnTo>
                <a:lnTo>
                  <a:pt x="124333" y="89814"/>
                </a:lnTo>
                <a:lnTo>
                  <a:pt x="142163" y="89814"/>
                </a:lnTo>
                <a:lnTo>
                  <a:pt x="162445" y="91948"/>
                </a:lnTo>
                <a:lnTo>
                  <a:pt x="179476" y="98628"/>
                </a:lnTo>
                <a:lnTo>
                  <a:pt x="191185" y="112191"/>
                </a:lnTo>
                <a:lnTo>
                  <a:pt x="195541" y="134975"/>
                </a:lnTo>
                <a:lnTo>
                  <a:pt x="195541" y="182473"/>
                </a:lnTo>
                <a:lnTo>
                  <a:pt x="200875" y="187820"/>
                </a:lnTo>
                <a:lnTo>
                  <a:pt x="279323" y="187820"/>
                </a:lnTo>
                <a:lnTo>
                  <a:pt x="284670" y="182473"/>
                </a:lnTo>
                <a:lnTo>
                  <a:pt x="284670" y="134975"/>
                </a:lnTo>
                <a:lnTo>
                  <a:pt x="289001" y="112268"/>
                </a:lnTo>
                <a:lnTo>
                  <a:pt x="300634" y="98704"/>
                </a:lnTo>
                <a:lnTo>
                  <a:pt x="317538" y="91986"/>
                </a:lnTo>
                <a:lnTo>
                  <a:pt x="337654" y="89814"/>
                </a:lnTo>
                <a:lnTo>
                  <a:pt x="356171" y="89814"/>
                </a:lnTo>
                <a:lnTo>
                  <a:pt x="361073" y="89903"/>
                </a:lnTo>
                <a:lnTo>
                  <a:pt x="365912" y="90004"/>
                </a:lnTo>
                <a:lnTo>
                  <a:pt x="373354" y="90004"/>
                </a:lnTo>
                <a:lnTo>
                  <a:pt x="375907" y="89052"/>
                </a:lnTo>
                <a:lnTo>
                  <a:pt x="377939" y="87464"/>
                </a:lnTo>
                <a:lnTo>
                  <a:pt x="380834" y="85280"/>
                </a:lnTo>
                <a:lnTo>
                  <a:pt x="382727" y="81813"/>
                </a:lnTo>
                <a:lnTo>
                  <a:pt x="382727" y="5334"/>
                </a:lnTo>
                <a:close/>
              </a:path>
              <a:path w="476250" h="371475">
                <a:moveTo>
                  <a:pt x="476046" y="91224"/>
                </a:moveTo>
                <a:lnTo>
                  <a:pt x="475018" y="90195"/>
                </a:lnTo>
                <a:lnTo>
                  <a:pt x="396570" y="90195"/>
                </a:lnTo>
                <a:lnTo>
                  <a:pt x="391236" y="95529"/>
                </a:lnTo>
                <a:lnTo>
                  <a:pt x="391236" y="102069"/>
                </a:lnTo>
                <a:lnTo>
                  <a:pt x="389521" y="150634"/>
                </a:lnTo>
                <a:lnTo>
                  <a:pt x="379501" y="176276"/>
                </a:lnTo>
                <a:lnTo>
                  <a:pt x="353872" y="186283"/>
                </a:lnTo>
                <a:lnTo>
                  <a:pt x="305308" y="187998"/>
                </a:lnTo>
                <a:lnTo>
                  <a:pt x="298754" y="187998"/>
                </a:lnTo>
                <a:lnTo>
                  <a:pt x="293420" y="193332"/>
                </a:lnTo>
                <a:lnTo>
                  <a:pt x="293420" y="199885"/>
                </a:lnTo>
                <a:lnTo>
                  <a:pt x="293700" y="229247"/>
                </a:lnTo>
                <a:lnTo>
                  <a:pt x="290436" y="257009"/>
                </a:lnTo>
                <a:lnTo>
                  <a:pt x="277406" y="277698"/>
                </a:lnTo>
                <a:lnTo>
                  <a:pt x="248450" y="285813"/>
                </a:lnTo>
                <a:lnTo>
                  <a:pt x="231902" y="285813"/>
                </a:lnTo>
                <a:lnTo>
                  <a:pt x="202946" y="277698"/>
                </a:lnTo>
                <a:lnTo>
                  <a:pt x="202412" y="276847"/>
                </a:lnTo>
                <a:lnTo>
                  <a:pt x="189928" y="257009"/>
                </a:lnTo>
                <a:lnTo>
                  <a:pt x="186651" y="229247"/>
                </a:lnTo>
                <a:lnTo>
                  <a:pt x="186766" y="216674"/>
                </a:lnTo>
                <a:lnTo>
                  <a:pt x="186931" y="199885"/>
                </a:lnTo>
                <a:lnTo>
                  <a:pt x="186931" y="193332"/>
                </a:lnTo>
                <a:lnTo>
                  <a:pt x="181597" y="187998"/>
                </a:lnTo>
                <a:lnTo>
                  <a:pt x="175044" y="187998"/>
                </a:lnTo>
                <a:lnTo>
                  <a:pt x="126479" y="186283"/>
                </a:lnTo>
                <a:lnTo>
                  <a:pt x="100850" y="176276"/>
                </a:lnTo>
                <a:lnTo>
                  <a:pt x="90830" y="150634"/>
                </a:lnTo>
                <a:lnTo>
                  <a:pt x="89128" y="102069"/>
                </a:lnTo>
                <a:lnTo>
                  <a:pt x="89128" y="95529"/>
                </a:lnTo>
                <a:lnTo>
                  <a:pt x="83781" y="90195"/>
                </a:lnTo>
                <a:lnTo>
                  <a:pt x="5334" y="90195"/>
                </a:lnTo>
                <a:lnTo>
                  <a:pt x="0" y="95529"/>
                </a:lnTo>
                <a:lnTo>
                  <a:pt x="0" y="173977"/>
                </a:lnTo>
                <a:lnTo>
                  <a:pt x="5334" y="179311"/>
                </a:lnTo>
                <a:lnTo>
                  <a:pt x="11874" y="179311"/>
                </a:lnTo>
                <a:lnTo>
                  <a:pt x="60439" y="181025"/>
                </a:lnTo>
                <a:lnTo>
                  <a:pt x="86080" y="191046"/>
                </a:lnTo>
                <a:lnTo>
                  <a:pt x="96088" y="216674"/>
                </a:lnTo>
                <a:lnTo>
                  <a:pt x="97802" y="265239"/>
                </a:lnTo>
                <a:lnTo>
                  <a:pt x="97802" y="271792"/>
                </a:lnTo>
                <a:lnTo>
                  <a:pt x="103149" y="277126"/>
                </a:lnTo>
                <a:lnTo>
                  <a:pt x="109689" y="277126"/>
                </a:lnTo>
                <a:lnTo>
                  <a:pt x="139217" y="276872"/>
                </a:lnTo>
                <a:lnTo>
                  <a:pt x="166649" y="280123"/>
                </a:lnTo>
                <a:lnTo>
                  <a:pt x="166903" y="280123"/>
                </a:lnTo>
                <a:lnTo>
                  <a:pt x="187490" y="293141"/>
                </a:lnTo>
                <a:lnTo>
                  <a:pt x="195618" y="322097"/>
                </a:lnTo>
                <a:lnTo>
                  <a:pt x="195618" y="369595"/>
                </a:lnTo>
                <a:lnTo>
                  <a:pt x="197497" y="371475"/>
                </a:lnTo>
                <a:lnTo>
                  <a:pt x="282867" y="371475"/>
                </a:lnTo>
                <a:lnTo>
                  <a:pt x="284734" y="369595"/>
                </a:lnTo>
                <a:lnTo>
                  <a:pt x="284734" y="322097"/>
                </a:lnTo>
                <a:lnTo>
                  <a:pt x="292849" y="293141"/>
                </a:lnTo>
                <a:lnTo>
                  <a:pt x="304495" y="285813"/>
                </a:lnTo>
                <a:lnTo>
                  <a:pt x="313537" y="280123"/>
                </a:lnTo>
                <a:lnTo>
                  <a:pt x="341299" y="276847"/>
                </a:lnTo>
                <a:lnTo>
                  <a:pt x="370662" y="277126"/>
                </a:lnTo>
                <a:lnTo>
                  <a:pt x="377215" y="277126"/>
                </a:lnTo>
                <a:lnTo>
                  <a:pt x="377494" y="276847"/>
                </a:lnTo>
                <a:lnTo>
                  <a:pt x="382549" y="271792"/>
                </a:lnTo>
                <a:lnTo>
                  <a:pt x="382549" y="265239"/>
                </a:lnTo>
                <a:lnTo>
                  <a:pt x="384263" y="216674"/>
                </a:lnTo>
                <a:lnTo>
                  <a:pt x="394271" y="191046"/>
                </a:lnTo>
                <a:lnTo>
                  <a:pt x="419912" y="181025"/>
                </a:lnTo>
                <a:lnTo>
                  <a:pt x="468477" y="179311"/>
                </a:lnTo>
                <a:lnTo>
                  <a:pt x="475018" y="179311"/>
                </a:lnTo>
                <a:lnTo>
                  <a:pt x="476046" y="178282"/>
                </a:lnTo>
                <a:lnTo>
                  <a:pt x="476046" y="91224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6EBDE28-FD94-D233-2E24-400771372D7A}"/>
              </a:ext>
            </a:extLst>
          </p:cNvPr>
          <p:cNvSpPr/>
          <p:nvPr/>
        </p:nvSpPr>
        <p:spPr>
          <a:xfrm>
            <a:off x="17184296" y="364392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29D269E-B7A7-E190-8BDA-93736739069C}"/>
              </a:ext>
            </a:extLst>
          </p:cNvPr>
          <p:cNvSpPr/>
          <p:nvPr/>
        </p:nvSpPr>
        <p:spPr>
          <a:xfrm>
            <a:off x="17184296" y="506858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2A6E244-ABB1-B112-6A6E-C1DD40E9DEF8}"/>
              </a:ext>
            </a:extLst>
          </p:cNvPr>
          <p:cNvSpPr/>
          <p:nvPr/>
        </p:nvSpPr>
        <p:spPr>
          <a:xfrm>
            <a:off x="17184296" y="649677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8FB7CE2-0E2F-EF93-DF21-1FA01CACF1D4}"/>
              </a:ext>
            </a:extLst>
          </p:cNvPr>
          <p:cNvSpPr/>
          <p:nvPr/>
        </p:nvSpPr>
        <p:spPr>
          <a:xfrm>
            <a:off x="16050480" y="5670331"/>
            <a:ext cx="1209040" cy="1209040"/>
          </a:xfrm>
          <a:custGeom>
            <a:avLst/>
            <a:gdLst/>
            <a:ahLst/>
            <a:cxnLst/>
            <a:rect l="l" t="t" r="r" b="b"/>
            <a:pathLst>
              <a:path w="1209040" h="1209040">
                <a:moveTo>
                  <a:pt x="699218" y="502489"/>
                </a:moveTo>
                <a:lnTo>
                  <a:pt x="502490" y="502489"/>
                </a:lnTo>
                <a:lnTo>
                  <a:pt x="312871" y="40294"/>
                </a:lnTo>
                <a:lnTo>
                  <a:pt x="410049" y="0"/>
                </a:lnTo>
                <a:lnTo>
                  <a:pt x="602039" y="462195"/>
                </a:lnTo>
                <a:lnTo>
                  <a:pt x="715956" y="462195"/>
                </a:lnTo>
                <a:lnTo>
                  <a:pt x="699218" y="502489"/>
                </a:lnTo>
                <a:close/>
              </a:path>
              <a:path w="1209040" h="1209040">
                <a:moveTo>
                  <a:pt x="715956" y="462195"/>
                </a:moveTo>
                <a:lnTo>
                  <a:pt x="602039" y="462195"/>
                </a:lnTo>
                <a:lnTo>
                  <a:pt x="794028" y="0"/>
                </a:lnTo>
                <a:lnTo>
                  <a:pt x="891208" y="40294"/>
                </a:lnTo>
                <a:lnTo>
                  <a:pt x="715956" y="462195"/>
                </a:lnTo>
                <a:close/>
              </a:path>
              <a:path w="1209040" h="1209040">
                <a:moveTo>
                  <a:pt x="983998" y="502489"/>
                </a:moveTo>
                <a:lnTo>
                  <a:pt x="699218" y="502489"/>
                </a:lnTo>
                <a:lnTo>
                  <a:pt x="1163785" y="310500"/>
                </a:lnTo>
                <a:lnTo>
                  <a:pt x="1208819" y="410050"/>
                </a:lnTo>
                <a:lnTo>
                  <a:pt x="983998" y="502489"/>
                </a:lnTo>
                <a:close/>
              </a:path>
              <a:path w="1209040" h="1209040">
                <a:moveTo>
                  <a:pt x="40294" y="891208"/>
                </a:moveTo>
                <a:lnTo>
                  <a:pt x="0" y="794028"/>
                </a:lnTo>
                <a:lnTo>
                  <a:pt x="462196" y="602039"/>
                </a:lnTo>
                <a:lnTo>
                  <a:pt x="0" y="410050"/>
                </a:lnTo>
                <a:lnTo>
                  <a:pt x="40294" y="312871"/>
                </a:lnTo>
                <a:lnTo>
                  <a:pt x="502490" y="502489"/>
                </a:lnTo>
                <a:lnTo>
                  <a:pt x="983998" y="502489"/>
                </a:lnTo>
                <a:lnTo>
                  <a:pt x="741883" y="602039"/>
                </a:lnTo>
                <a:lnTo>
                  <a:pt x="978233" y="699219"/>
                </a:lnTo>
                <a:lnTo>
                  <a:pt x="502490" y="699219"/>
                </a:lnTo>
                <a:lnTo>
                  <a:pt x="40294" y="891208"/>
                </a:lnTo>
                <a:close/>
              </a:path>
              <a:path w="1209040" h="1209040">
                <a:moveTo>
                  <a:pt x="410049" y="1208819"/>
                </a:moveTo>
                <a:lnTo>
                  <a:pt x="312871" y="1163784"/>
                </a:lnTo>
                <a:lnTo>
                  <a:pt x="502490" y="699219"/>
                </a:lnTo>
                <a:lnTo>
                  <a:pt x="699218" y="699219"/>
                </a:lnTo>
                <a:lnTo>
                  <a:pt x="716850" y="741882"/>
                </a:lnTo>
                <a:lnTo>
                  <a:pt x="602039" y="741882"/>
                </a:lnTo>
                <a:lnTo>
                  <a:pt x="410049" y="1208819"/>
                </a:lnTo>
                <a:close/>
              </a:path>
              <a:path w="1209040" h="1209040">
                <a:moveTo>
                  <a:pt x="1163785" y="891208"/>
                </a:moveTo>
                <a:lnTo>
                  <a:pt x="699218" y="699219"/>
                </a:lnTo>
                <a:lnTo>
                  <a:pt x="978233" y="699219"/>
                </a:lnTo>
                <a:lnTo>
                  <a:pt x="1208819" y="794028"/>
                </a:lnTo>
                <a:lnTo>
                  <a:pt x="1163785" y="891208"/>
                </a:lnTo>
                <a:close/>
              </a:path>
              <a:path w="1209040" h="1209040">
                <a:moveTo>
                  <a:pt x="794028" y="1208819"/>
                </a:moveTo>
                <a:lnTo>
                  <a:pt x="602039" y="741882"/>
                </a:lnTo>
                <a:lnTo>
                  <a:pt x="716850" y="741882"/>
                </a:lnTo>
                <a:lnTo>
                  <a:pt x="891208" y="1163784"/>
                </a:lnTo>
                <a:lnTo>
                  <a:pt x="794028" y="1208819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EB99F6A-12AA-8E82-F942-3A4D2F373545}"/>
              </a:ext>
            </a:extLst>
          </p:cNvPr>
          <p:cNvSpPr/>
          <p:nvPr/>
        </p:nvSpPr>
        <p:spPr>
          <a:xfrm>
            <a:off x="1467677" y="6274741"/>
            <a:ext cx="1209040" cy="1209040"/>
          </a:xfrm>
          <a:custGeom>
            <a:avLst/>
            <a:gdLst/>
            <a:ahLst/>
            <a:cxnLst/>
            <a:rect l="l" t="t" r="r" b="b"/>
            <a:pathLst>
              <a:path w="1209039" h="1209040">
                <a:moveTo>
                  <a:pt x="699219" y="502489"/>
                </a:moveTo>
                <a:lnTo>
                  <a:pt x="502489" y="502489"/>
                </a:lnTo>
                <a:lnTo>
                  <a:pt x="312870" y="40293"/>
                </a:lnTo>
                <a:lnTo>
                  <a:pt x="410050" y="0"/>
                </a:lnTo>
                <a:lnTo>
                  <a:pt x="602039" y="462195"/>
                </a:lnTo>
                <a:lnTo>
                  <a:pt x="715956" y="462195"/>
                </a:lnTo>
                <a:lnTo>
                  <a:pt x="699219" y="502489"/>
                </a:lnTo>
                <a:close/>
              </a:path>
              <a:path w="1209039" h="1209040">
                <a:moveTo>
                  <a:pt x="715956" y="462195"/>
                </a:moveTo>
                <a:lnTo>
                  <a:pt x="602039" y="462195"/>
                </a:lnTo>
                <a:lnTo>
                  <a:pt x="794028" y="0"/>
                </a:lnTo>
                <a:lnTo>
                  <a:pt x="891208" y="40293"/>
                </a:lnTo>
                <a:lnTo>
                  <a:pt x="715956" y="462195"/>
                </a:lnTo>
                <a:close/>
              </a:path>
              <a:path w="1209039" h="1209040">
                <a:moveTo>
                  <a:pt x="983997" y="502489"/>
                </a:moveTo>
                <a:lnTo>
                  <a:pt x="699219" y="502489"/>
                </a:lnTo>
                <a:lnTo>
                  <a:pt x="1163784" y="310500"/>
                </a:lnTo>
                <a:lnTo>
                  <a:pt x="1208819" y="410050"/>
                </a:lnTo>
                <a:lnTo>
                  <a:pt x="983997" y="502489"/>
                </a:lnTo>
                <a:close/>
              </a:path>
              <a:path w="1209039" h="1209040">
                <a:moveTo>
                  <a:pt x="40294" y="891208"/>
                </a:moveTo>
                <a:lnTo>
                  <a:pt x="0" y="794028"/>
                </a:lnTo>
                <a:lnTo>
                  <a:pt x="462195" y="602039"/>
                </a:lnTo>
                <a:lnTo>
                  <a:pt x="0" y="410050"/>
                </a:lnTo>
                <a:lnTo>
                  <a:pt x="40294" y="312871"/>
                </a:lnTo>
                <a:lnTo>
                  <a:pt x="502489" y="502489"/>
                </a:lnTo>
                <a:lnTo>
                  <a:pt x="983997" y="502489"/>
                </a:lnTo>
                <a:lnTo>
                  <a:pt x="741883" y="602039"/>
                </a:lnTo>
                <a:lnTo>
                  <a:pt x="978233" y="699219"/>
                </a:lnTo>
                <a:lnTo>
                  <a:pt x="502489" y="699219"/>
                </a:lnTo>
                <a:lnTo>
                  <a:pt x="40294" y="891208"/>
                </a:lnTo>
                <a:close/>
              </a:path>
              <a:path w="1209039" h="1209040">
                <a:moveTo>
                  <a:pt x="410050" y="1208819"/>
                </a:moveTo>
                <a:lnTo>
                  <a:pt x="312870" y="1163784"/>
                </a:lnTo>
                <a:lnTo>
                  <a:pt x="502489" y="699219"/>
                </a:lnTo>
                <a:lnTo>
                  <a:pt x="699219" y="699219"/>
                </a:lnTo>
                <a:lnTo>
                  <a:pt x="716850" y="741882"/>
                </a:lnTo>
                <a:lnTo>
                  <a:pt x="602039" y="741882"/>
                </a:lnTo>
                <a:lnTo>
                  <a:pt x="410050" y="1208819"/>
                </a:lnTo>
                <a:close/>
              </a:path>
              <a:path w="1209039" h="1209040">
                <a:moveTo>
                  <a:pt x="1163784" y="891208"/>
                </a:moveTo>
                <a:lnTo>
                  <a:pt x="699219" y="699219"/>
                </a:lnTo>
                <a:lnTo>
                  <a:pt x="978233" y="699219"/>
                </a:lnTo>
                <a:lnTo>
                  <a:pt x="1208819" y="794028"/>
                </a:lnTo>
                <a:lnTo>
                  <a:pt x="1163784" y="891208"/>
                </a:lnTo>
                <a:close/>
              </a:path>
              <a:path w="1209039" h="1209040">
                <a:moveTo>
                  <a:pt x="794028" y="1208819"/>
                </a:moveTo>
                <a:lnTo>
                  <a:pt x="602039" y="741882"/>
                </a:lnTo>
                <a:lnTo>
                  <a:pt x="716850" y="741882"/>
                </a:lnTo>
                <a:lnTo>
                  <a:pt x="891208" y="1163784"/>
                </a:lnTo>
                <a:lnTo>
                  <a:pt x="794028" y="1208819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E006530-D6A4-CD97-78E3-4B6AB6BDE59E}"/>
              </a:ext>
            </a:extLst>
          </p:cNvPr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69573DC-E4AE-E751-70C2-A60B1F541F6B}"/>
              </a:ext>
            </a:extLst>
          </p:cNvPr>
          <p:cNvSpPr txBox="1"/>
          <p:nvPr/>
        </p:nvSpPr>
        <p:spPr>
          <a:xfrm>
            <a:off x="7969912" y="359825"/>
            <a:ext cx="9378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85" dirty="0">
                <a:solidFill>
                  <a:srgbClr val="E7E7E7"/>
                </a:solidFill>
                <a:latin typeface="Tahoma"/>
                <a:cs typeface="Tahoma"/>
              </a:rPr>
              <a:t>ABOUT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47AAE3B-7E6B-706A-FB0F-C5D7C33D7AC0}"/>
              </a:ext>
            </a:extLst>
          </p:cNvPr>
          <p:cNvSpPr txBox="1"/>
          <p:nvPr/>
        </p:nvSpPr>
        <p:spPr>
          <a:xfrm>
            <a:off x="10220914" y="359825"/>
            <a:ext cx="12319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CONTENT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C443B4E-9F0C-8D79-F866-12129A414746}"/>
              </a:ext>
            </a:extLst>
          </p:cNvPr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3D17E0C-796A-E9CF-EFD0-871D76377F98}"/>
              </a:ext>
            </a:extLst>
          </p:cNvPr>
          <p:cNvSpPr txBox="1"/>
          <p:nvPr/>
        </p:nvSpPr>
        <p:spPr>
          <a:xfrm>
            <a:off x="491554" y="1717181"/>
            <a:ext cx="150082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445" dirty="0">
                <a:solidFill>
                  <a:srgbClr val="E7E7E7"/>
                </a:solidFill>
                <a:latin typeface="Arial Black"/>
                <a:cs typeface="Arial Black"/>
              </a:rPr>
              <a:t>Mind map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B6C84-5D0D-A8FB-ED6A-E6536953D924}"/>
              </a:ext>
            </a:extLst>
          </p:cNvPr>
          <p:cNvSpPr txBox="1"/>
          <p:nvPr/>
        </p:nvSpPr>
        <p:spPr>
          <a:xfrm>
            <a:off x="3276600" y="3515832"/>
            <a:ext cx="9982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Brain storming.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Gathering most suitable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Store data base in SQL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Explore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Transform the data and add the measures.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Get the data from SQL into  Power bi.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Add measures in power bi.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Then represent the data.</a:t>
            </a:r>
          </a:p>
        </p:txBody>
      </p:sp>
    </p:spTree>
    <p:extLst>
      <p:ext uri="{BB962C8B-B14F-4D97-AF65-F5344CB8AC3E}">
        <p14:creationId xmlns:p14="http://schemas.microsoft.com/office/powerpoint/2010/main" val="36751624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6AEC7-4092-6242-E85D-C04FD7EC3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2DE74C-2549-5221-C9DD-D9B0707C919D}"/>
              </a:ext>
            </a:extLst>
          </p:cNvPr>
          <p:cNvSpPr/>
          <p:nvPr/>
        </p:nvSpPr>
        <p:spPr>
          <a:xfrm>
            <a:off x="0" y="1024741"/>
            <a:ext cx="18288000" cy="27305"/>
          </a:xfrm>
          <a:custGeom>
            <a:avLst/>
            <a:gdLst/>
            <a:ahLst/>
            <a:cxnLst/>
            <a:rect l="l" t="t" r="r" b="b"/>
            <a:pathLst>
              <a:path w="18288000" h="27305">
                <a:moveTo>
                  <a:pt x="0" y="26702"/>
                </a:moveTo>
                <a:lnTo>
                  <a:pt x="0" y="17177"/>
                </a:lnTo>
                <a:lnTo>
                  <a:pt x="18287999" y="0"/>
                </a:lnTo>
                <a:lnTo>
                  <a:pt x="18287999" y="9525"/>
                </a:lnTo>
                <a:lnTo>
                  <a:pt x="0" y="26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78838C4-7595-6651-636D-9E873ACD59E2}"/>
              </a:ext>
            </a:extLst>
          </p:cNvPr>
          <p:cNvSpPr/>
          <p:nvPr/>
        </p:nvSpPr>
        <p:spPr>
          <a:xfrm>
            <a:off x="264083" y="364400"/>
            <a:ext cx="476250" cy="371475"/>
          </a:xfrm>
          <a:custGeom>
            <a:avLst/>
            <a:gdLst/>
            <a:ahLst/>
            <a:cxnLst/>
            <a:rect l="l" t="t" r="r" b="b"/>
            <a:pathLst>
              <a:path w="476250" h="371475">
                <a:moveTo>
                  <a:pt x="382727" y="5334"/>
                </a:moveTo>
                <a:lnTo>
                  <a:pt x="377393" y="0"/>
                </a:lnTo>
                <a:lnTo>
                  <a:pt x="298259" y="0"/>
                </a:lnTo>
                <a:lnTo>
                  <a:pt x="292912" y="5334"/>
                </a:lnTo>
                <a:lnTo>
                  <a:pt x="292912" y="55638"/>
                </a:lnTo>
                <a:lnTo>
                  <a:pt x="289598" y="72390"/>
                </a:lnTo>
                <a:lnTo>
                  <a:pt x="282105" y="86067"/>
                </a:lnTo>
                <a:lnTo>
                  <a:pt x="268897" y="95300"/>
                </a:lnTo>
                <a:lnTo>
                  <a:pt x="248386" y="98691"/>
                </a:lnTo>
                <a:lnTo>
                  <a:pt x="231825" y="98691"/>
                </a:lnTo>
                <a:lnTo>
                  <a:pt x="211632" y="95427"/>
                </a:lnTo>
                <a:lnTo>
                  <a:pt x="198501" y="86525"/>
                </a:lnTo>
                <a:lnTo>
                  <a:pt x="190919" y="73279"/>
                </a:lnTo>
                <a:lnTo>
                  <a:pt x="187439" y="57010"/>
                </a:lnTo>
                <a:lnTo>
                  <a:pt x="187439" y="5334"/>
                </a:lnTo>
                <a:lnTo>
                  <a:pt x="182092" y="0"/>
                </a:lnTo>
                <a:lnTo>
                  <a:pt x="109499" y="0"/>
                </a:lnTo>
                <a:lnTo>
                  <a:pt x="102958" y="0"/>
                </a:lnTo>
                <a:lnTo>
                  <a:pt x="97624" y="5334"/>
                </a:lnTo>
                <a:lnTo>
                  <a:pt x="97624" y="84467"/>
                </a:lnTo>
                <a:lnTo>
                  <a:pt x="102958" y="89814"/>
                </a:lnTo>
                <a:lnTo>
                  <a:pt x="115658" y="89814"/>
                </a:lnTo>
                <a:lnTo>
                  <a:pt x="115519" y="89954"/>
                </a:lnTo>
                <a:lnTo>
                  <a:pt x="124333" y="89814"/>
                </a:lnTo>
                <a:lnTo>
                  <a:pt x="142163" y="89814"/>
                </a:lnTo>
                <a:lnTo>
                  <a:pt x="162445" y="91948"/>
                </a:lnTo>
                <a:lnTo>
                  <a:pt x="179476" y="98628"/>
                </a:lnTo>
                <a:lnTo>
                  <a:pt x="191185" y="112191"/>
                </a:lnTo>
                <a:lnTo>
                  <a:pt x="195541" y="134975"/>
                </a:lnTo>
                <a:lnTo>
                  <a:pt x="195541" y="182473"/>
                </a:lnTo>
                <a:lnTo>
                  <a:pt x="200875" y="187820"/>
                </a:lnTo>
                <a:lnTo>
                  <a:pt x="279323" y="187820"/>
                </a:lnTo>
                <a:lnTo>
                  <a:pt x="284670" y="182473"/>
                </a:lnTo>
                <a:lnTo>
                  <a:pt x="284670" y="134975"/>
                </a:lnTo>
                <a:lnTo>
                  <a:pt x="289001" y="112268"/>
                </a:lnTo>
                <a:lnTo>
                  <a:pt x="300634" y="98704"/>
                </a:lnTo>
                <a:lnTo>
                  <a:pt x="317538" y="91986"/>
                </a:lnTo>
                <a:lnTo>
                  <a:pt x="337654" y="89814"/>
                </a:lnTo>
                <a:lnTo>
                  <a:pt x="356171" y="89814"/>
                </a:lnTo>
                <a:lnTo>
                  <a:pt x="361073" y="89903"/>
                </a:lnTo>
                <a:lnTo>
                  <a:pt x="365912" y="90004"/>
                </a:lnTo>
                <a:lnTo>
                  <a:pt x="373354" y="90004"/>
                </a:lnTo>
                <a:lnTo>
                  <a:pt x="375907" y="89052"/>
                </a:lnTo>
                <a:lnTo>
                  <a:pt x="377939" y="87464"/>
                </a:lnTo>
                <a:lnTo>
                  <a:pt x="380834" y="85280"/>
                </a:lnTo>
                <a:lnTo>
                  <a:pt x="382727" y="81813"/>
                </a:lnTo>
                <a:lnTo>
                  <a:pt x="382727" y="5334"/>
                </a:lnTo>
                <a:close/>
              </a:path>
              <a:path w="476250" h="371475">
                <a:moveTo>
                  <a:pt x="476046" y="91224"/>
                </a:moveTo>
                <a:lnTo>
                  <a:pt x="475018" y="90195"/>
                </a:lnTo>
                <a:lnTo>
                  <a:pt x="396570" y="90195"/>
                </a:lnTo>
                <a:lnTo>
                  <a:pt x="391236" y="95529"/>
                </a:lnTo>
                <a:lnTo>
                  <a:pt x="391236" y="102069"/>
                </a:lnTo>
                <a:lnTo>
                  <a:pt x="389521" y="150634"/>
                </a:lnTo>
                <a:lnTo>
                  <a:pt x="379501" y="176276"/>
                </a:lnTo>
                <a:lnTo>
                  <a:pt x="353872" y="186283"/>
                </a:lnTo>
                <a:lnTo>
                  <a:pt x="305308" y="187998"/>
                </a:lnTo>
                <a:lnTo>
                  <a:pt x="298754" y="187998"/>
                </a:lnTo>
                <a:lnTo>
                  <a:pt x="293420" y="193332"/>
                </a:lnTo>
                <a:lnTo>
                  <a:pt x="293420" y="199885"/>
                </a:lnTo>
                <a:lnTo>
                  <a:pt x="293700" y="229247"/>
                </a:lnTo>
                <a:lnTo>
                  <a:pt x="290436" y="257009"/>
                </a:lnTo>
                <a:lnTo>
                  <a:pt x="277406" y="277698"/>
                </a:lnTo>
                <a:lnTo>
                  <a:pt x="248450" y="285813"/>
                </a:lnTo>
                <a:lnTo>
                  <a:pt x="231902" y="285813"/>
                </a:lnTo>
                <a:lnTo>
                  <a:pt x="202946" y="277698"/>
                </a:lnTo>
                <a:lnTo>
                  <a:pt x="202412" y="276847"/>
                </a:lnTo>
                <a:lnTo>
                  <a:pt x="189928" y="257009"/>
                </a:lnTo>
                <a:lnTo>
                  <a:pt x="186651" y="229247"/>
                </a:lnTo>
                <a:lnTo>
                  <a:pt x="186766" y="216674"/>
                </a:lnTo>
                <a:lnTo>
                  <a:pt x="186931" y="199885"/>
                </a:lnTo>
                <a:lnTo>
                  <a:pt x="186931" y="193332"/>
                </a:lnTo>
                <a:lnTo>
                  <a:pt x="181597" y="187998"/>
                </a:lnTo>
                <a:lnTo>
                  <a:pt x="175044" y="187998"/>
                </a:lnTo>
                <a:lnTo>
                  <a:pt x="126479" y="186283"/>
                </a:lnTo>
                <a:lnTo>
                  <a:pt x="100850" y="176276"/>
                </a:lnTo>
                <a:lnTo>
                  <a:pt x="90830" y="150634"/>
                </a:lnTo>
                <a:lnTo>
                  <a:pt x="89128" y="102069"/>
                </a:lnTo>
                <a:lnTo>
                  <a:pt x="89128" y="95529"/>
                </a:lnTo>
                <a:lnTo>
                  <a:pt x="83781" y="90195"/>
                </a:lnTo>
                <a:lnTo>
                  <a:pt x="5334" y="90195"/>
                </a:lnTo>
                <a:lnTo>
                  <a:pt x="0" y="95529"/>
                </a:lnTo>
                <a:lnTo>
                  <a:pt x="0" y="173977"/>
                </a:lnTo>
                <a:lnTo>
                  <a:pt x="5334" y="179311"/>
                </a:lnTo>
                <a:lnTo>
                  <a:pt x="11874" y="179311"/>
                </a:lnTo>
                <a:lnTo>
                  <a:pt x="60439" y="181025"/>
                </a:lnTo>
                <a:lnTo>
                  <a:pt x="86080" y="191046"/>
                </a:lnTo>
                <a:lnTo>
                  <a:pt x="96088" y="216674"/>
                </a:lnTo>
                <a:lnTo>
                  <a:pt x="97802" y="265239"/>
                </a:lnTo>
                <a:lnTo>
                  <a:pt x="97802" y="271792"/>
                </a:lnTo>
                <a:lnTo>
                  <a:pt x="103149" y="277126"/>
                </a:lnTo>
                <a:lnTo>
                  <a:pt x="109689" y="277126"/>
                </a:lnTo>
                <a:lnTo>
                  <a:pt x="139217" y="276872"/>
                </a:lnTo>
                <a:lnTo>
                  <a:pt x="166649" y="280123"/>
                </a:lnTo>
                <a:lnTo>
                  <a:pt x="166903" y="280123"/>
                </a:lnTo>
                <a:lnTo>
                  <a:pt x="187490" y="293141"/>
                </a:lnTo>
                <a:lnTo>
                  <a:pt x="195618" y="322097"/>
                </a:lnTo>
                <a:lnTo>
                  <a:pt x="195618" y="369595"/>
                </a:lnTo>
                <a:lnTo>
                  <a:pt x="197497" y="371475"/>
                </a:lnTo>
                <a:lnTo>
                  <a:pt x="282867" y="371475"/>
                </a:lnTo>
                <a:lnTo>
                  <a:pt x="284734" y="369595"/>
                </a:lnTo>
                <a:lnTo>
                  <a:pt x="284734" y="322097"/>
                </a:lnTo>
                <a:lnTo>
                  <a:pt x="292849" y="293141"/>
                </a:lnTo>
                <a:lnTo>
                  <a:pt x="304495" y="285813"/>
                </a:lnTo>
                <a:lnTo>
                  <a:pt x="313537" y="280123"/>
                </a:lnTo>
                <a:lnTo>
                  <a:pt x="341299" y="276847"/>
                </a:lnTo>
                <a:lnTo>
                  <a:pt x="370662" y="277126"/>
                </a:lnTo>
                <a:lnTo>
                  <a:pt x="377215" y="277126"/>
                </a:lnTo>
                <a:lnTo>
                  <a:pt x="377494" y="276847"/>
                </a:lnTo>
                <a:lnTo>
                  <a:pt x="382549" y="271792"/>
                </a:lnTo>
                <a:lnTo>
                  <a:pt x="382549" y="265239"/>
                </a:lnTo>
                <a:lnTo>
                  <a:pt x="384263" y="216674"/>
                </a:lnTo>
                <a:lnTo>
                  <a:pt x="394271" y="191046"/>
                </a:lnTo>
                <a:lnTo>
                  <a:pt x="419912" y="181025"/>
                </a:lnTo>
                <a:lnTo>
                  <a:pt x="468477" y="179311"/>
                </a:lnTo>
                <a:lnTo>
                  <a:pt x="475018" y="179311"/>
                </a:lnTo>
                <a:lnTo>
                  <a:pt x="476046" y="178282"/>
                </a:lnTo>
                <a:lnTo>
                  <a:pt x="476046" y="91224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A4E00E1-224E-89B7-A5E6-AE5C8003F152}"/>
              </a:ext>
            </a:extLst>
          </p:cNvPr>
          <p:cNvSpPr/>
          <p:nvPr/>
        </p:nvSpPr>
        <p:spPr>
          <a:xfrm>
            <a:off x="17184296" y="364392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4BCF7EE-0014-1093-8DBF-B5107E8662E4}"/>
              </a:ext>
            </a:extLst>
          </p:cNvPr>
          <p:cNvSpPr/>
          <p:nvPr/>
        </p:nvSpPr>
        <p:spPr>
          <a:xfrm>
            <a:off x="17184296" y="506858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1A5044C-406B-9E81-3A84-D9F05D0CA879}"/>
              </a:ext>
            </a:extLst>
          </p:cNvPr>
          <p:cNvSpPr/>
          <p:nvPr/>
        </p:nvSpPr>
        <p:spPr>
          <a:xfrm>
            <a:off x="17184296" y="649677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71AE639-FF61-28B7-2D1B-52CE3DF668D6}"/>
              </a:ext>
            </a:extLst>
          </p:cNvPr>
          <p:cNvSpPr/>
          <p:nvPr/>
        </p:nvSpPr>
        <p:spPr>
          <a:xfrm>
            <a:off x="16050480" y="5670331"/>
            <a:ext cx="1209040" cy="1209040"/>
          </a:xfrm>
          <a:custGeom>
            <a:avLst/>
            <a:gdLst/>
            <a:ahLst/>
            <a:cxnLst/>
            <a:rect l="l" t="t" r="r" b="b"/>
            <a:pathLst>
              <a:path w="1209040" h="1209040">
                <a:moveTo>
                  <a:pt x="699218" y="502489"/>
                </a:moveTo>
                <a:lnTo>
                  <a:pt x="502490" y="502489"/>
                </a:lnTo>
                <a:lnTo>
                  <a:pt x="312871" y="40294"/>
                </a:lnTo>
                <a:lnTo>
                  <a:pt x="410049" y="0"/>
                </a:lnTo>
                <a:lnTo>
                  <a:pt x="602039" y="462195"/>
                </a:lnTo>
                <a:lnTo>
                  <a:pt x="715956" y="462195"/>
                </a:lnTo>
                <a:lnTo>
                  <a:pt x="699218" y="502489"/>
                </a:lnTo>
                <a:close/>
              </a:path>
              <a:path w="1209040" h="1209040">
                <a:moveTo>
                  <a:pt x="715956" y="462195"/>
                </a:moveTo>
                <a:lnTo>
                  <a:pt x="602039" y="462195"/>
                </a:lnTo>
                <a:lnTo>
                  <a:pt x="794028" y="0"/>
                </a:lnTo>
                <a:lnTo>
                  <a:pt x="891208" y="40294"/>
                </a:lnTo>
                <a:lnTo>
                  <a:pt x="715956" y="462195"/>
                </a:lnTo>
                <a:close/>
              </a:path>
              <a:path w="1209040" h="1209040">
                <a:moveTo>
                  <a:pt x="983998" y="502489"/>
                </a:moveTo>
                <a:lnTo>
                  <a:pt x="699218" y="502489"/>
                </a:lnTo>
                <a:lnTo>
                  <a:pt x="1163785" y="310500"/>
                </a:lnTo>
                <a:lnTo>
                  <a:pt x="1208819" y="410050"/>
                </a:lnTo>
                <a:lnTo>
                  <a:pt x="983998" y="502489"/>
                </a:lnTo>
                <a:close/>
              </a:path>
              <a:path w="1209040" h="1209040">
                <a:moveTo>
                  <a:pt x="40294" y="891208"/>
                </a:moveTo>
                <a:lnTo>
                  <a:pt x="0" y="794028"/>
                </a:lnTo>
                <a:lnTo>
                  <a:pt x="462196" y="602039"/>
                </a:lnTo>
                <a:lnTo>
                  <a:pt x="0" y="410050"/>
                </a:lnTo>
                <a:lnTo>
                  <a:pt x="40294" y="312871"/>
                </a:lnTo>
                <a:lnTo>
                  <a:pt x="502490" y="502489"/>
                </a:lnTo>
                <a:lnTo>
                  <a:pt x="983998" y="502489"/>
                </a:lnTo>
                <a:lnTo>
                  <a:pt x="741883" y="602039"/>
                </a:lnTo>
                <a:lnTo>
                  <a:pt x="978233" y="699219"/>
                </a:lnTo>
                <a:lnTo>
                  <a:pt x="502490" y="699219"/>
                </a:lnTo>
                <a:lnTo>
                  <a:pt x="40294" y="891208"/>
                </a:lnTo>
                <a:close/>
              </a:path>
              <a:path w="1209040" h="1209040">
                <a:moveTo>
                  <a:pt x="410049" y="1208819"/>
                </a:moveTo>
                <a:lnTo>
                  <a:pt x="312871" y="1163784"/>
                </a:lnTo>
                <a:lnTo>
                  <a:pt x="502490" y="699219"/>
                </a:lnTo>
                <a:lnTo>
                  <a:pt x="699218" y="699219"/>
                </a:lnTo>
                <a:lnTo>
                  <a:pt x="716850" y="741882"/>
                </a:lnTo>
                <a:lnTo>
                  <a:pt x="602039" y="741882"/>
                </a:lnTo>
                <a:lnTo>
                  <a:pt x="410049" y="1208819"/>
                </a:lnTo>
                <a:close/>
              </a:path>
              <a:path w="1209040" h="1209040">
                <a:moveTo>
                  <a:pt x="1163785" y="891208"/>
                </a:moveTo>
                <a:lnTo>
                  <a:pt x="699218" y="699219"/>
                </a:lnTo>
                <a:lnTo>
                  <a:pt x="978233" y="699219"/>
                </a:lnTo>
                <a:lnTo>
                  <a:pt x="1208819" y="794028"/>
                </a:lnTo>
                <a:lnTo>
                  <a:pt x="1163785" y="891208"/>
                </a:lnTo>
                <a:close/>
              </a:path>
              <a:path w="1209040" h="1209040">
                <a:moveTo>
                  <a:pt x="794028" y="1208819"/>
                </a:moveTo>
                <a:lnTo>
                  <a:pt x="602039" y="741882"/>
                </a:lnTo>
                <a:lnTo>
                  <a:pt x="716850" y="741882"/>
                </a:lnTo>
                <a:lnTo>
                  <a:pt x="891208" y="1163784"/>
                </a:lnTo>
                <a:lnTo>
                  <a:pt x="794028" y="1208819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CBE3CD1-984E-C67E-6002-05CBD2D1C840}"/>
              </a:ext>
            </a:extLst>
          </p:cNvPr>
          <p:cNvSpPr/>
          <p:nvPr/>
        </p:nvSpPr>
        <p:spPr>
          <a:xfrm>
            <a:off x="1467677" y="6274741"/>
            <a:ext cx="1209040" cy="1209040"/>
          </a:xfrm>
          <a:custGeom>
            <a:avLst/>
            <a:gdLst/>
            <a:ahLst/>
            <a:cxnLst/>
            <a:rect l="l" t="t" r="r" b="b"/>
            <a:pathLst>
              <a:path w="1209039" h="1209040">
                <a:moveTo>
                  <a:pt x="699219" y="502489"/>
                </a:moveTo>
                <a:lnTo>
                  <a:pt x="502489" y="502489"/>
                </a:lnTo>
                <a:lnTo>
                  <a:pt x="312870" y="40293"/>
                </a:lnTo>
                <a:lnTo>
                  <a:pt x="410050" y="0"/>
                </a:lnTo>
                <a:lnTo>
                  <a:pt x="602039" y="462195"/>
                </a:lnTo>
                <a:lnTo>
                  <a:pt x="715956" y="462195"/>
                </a:lnTo>
                <a:lnTo>
                  <a:pt x="699219" y="502489"/>
                </a:lnTo>
                <a:close/>
              </a:path>
              <a:path w="1209039" h="1209040">
                <a:moveTo>
                  <a:pt x="715956" y="462195"/>
                </a:moveTo>
                <a:lnTo>
                  <a:pt x="602039" y="462195"/>
                </a:lnTo>
                <a:lnTo>
                  <a:pt x="794028" y="0"/>
                </a:lnTo>
                <a:lnTo>
                  <a:pt x="891208" y="40293"/>
                </a:lnTo>
                <a:lnTo>
                  <a:pt x="715956" y="462195"/>
                </a:lnTo>
                <a:close/>
              </a:path>
              <a:path w="1209039" h="1209040">
                <a:moveTo>
                  <a:pt x="983997" y="502489"/>
                </a:moveTo>
                <a:lnTo>
                  <a:pt x="699219" y="502489"/>
                </a:lnTo>
                <a:lnTo>
                  <a:pt x="1163784" y="310500"/>
                </a:lnTo>
                <a:lnTo>
                  <a:pt x="1208819" y="410050"/>
                </a:lnTo>
                <a:lnTo>
                  <a:pt x="983997" y="502489"/>
                </a:lnTo>
                <a:close/>
              </a:path>
              <a:path w="1209039" h="1209040">
                <a:moveTo>
                  <a:pt x="40294" y="891208"/>
                </a:moveTo>
                <a:lnTo>
                  <a:pt x="0" y="794028"/>
                </a:lnTo>
                <a:lnTo>
                  <a:pt x="462195" y="602039"/>
                </a:lnTo>
                <a:lnTo>
                  <a:pt x="0" y="410050"/>
                </a:lnTo>
                <a:lnTo>
                  <a:pt x="40294" y="312871"/>
                </a:lnTo>
                <a:lnTo>
                  <a:pt x="502489" y="502489"/>
                </a:lnTo>
                <a:lnTo>
                  <a:pt x="983997" y="502489"/>
                </a:lnTo>
                <a:lnTo>
                  <a:pt x="741883" y="602039"/>
                </a:lnTo>
                <a:lnTo>
                  <a:pt x="978233" y="699219"/>
                </a:lnTo>
                <a:lnTo>
                  <a:pt x="502489" y="699219"/>
                </a:lnTo>
                <a:lnTo>
                  <a:pt x="40294" y="891208"/>
                </a:lnTo>
                <a:close/>
              </a:path>
              <a:path w="1209039" h="1209040">
                <a:moveTo>
                  <a:pt x="410050" y="1208819"/>
                </a:moveTo>
                <a:lnTo>
                  <a:pt x="312870" y="1163784"/>
                </a:lnTo>
                <a:lnTo>
                  <a:pt x="502489" y="699219"/>
                </a:lnTo>
                <a:lnTo>
                  <a:pt x="699219" y="699219"/>
                </a:lnTo>
                <a:lnTo>
                  <a:pt x="716850" y="741882"/>
                </a:lnTo>
                <a:lnTo>
                  <a:pt x="602039" y="741882"/>
                </a:lnTo>
                <a:lnTo>
                  <a:pt x="410050" y="1208819"/>
                </a:lnTo>
                <a:close/>
              </a:path>
              <a:path w="1209039" h="1209040">
                <a:moveTo>
                  <a:pt x="1163784" y="891208"/>
                </a:moveTo>
                <a:lnTo>
                  <a:pt x="699219" y="699219"/>
                </a:lnTo>
                <a:lnTo>
                  <a:pt x="978233" y="699219"/>
                </a:lnTo>
                <a:lnTo>
                  <a:pt x="1208819" y="794028"/>
                </a:lnTo>
                <a:lnTo>
                  <a:pt x="1163784" y="891208"/>
                </a:lnTo>
                <a:close/>
              </a:path>
              <a:path w="1209039" h="1209040">
                <a:moveTo>
                  <a:pt x="794028" y="1208819"/>
                </a:moveTo>
                <a:lnTo>
                  <a:pt x="602039" y="741882"/>
                </a:lnTo>
                <a:lnTo>
                  <a:pt x="716850" y="741882"/>
                </a:lnTo>
                <a:lnTo>
                  <a:pt x="891208" y="1163784"/>
                </a:lnTo>
                <a:lnTo>
                  <a:pt x="794028" y="1208819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0388ADC5-48A8-6F46-E96D-BE1485F087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1970407"/>
            <a:ext cx="8040296" cy="3322663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AAF2503D-AA3B-D4FD-EC39-2361B8B60AC2}"/>
              </a:ext>
            </a:extLst>
          </p:cNvPr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FAB346A-A566-36D7-3D75-872E66F1014E}"/>
              </a:ext>
            </a:extLst>
          </p:cNvPr>
          <p:cNvSpPr txBox="1"/>
          <p:nvPr/>
        </p:nvSpPr>
        <p:spPr>
          <a:xfrm>
            <a:off x="7969912" y="359825"/>
            <a:ext cx="9378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85" dirty="0">
                <a:solidFill>
                  <a:srgbClr val="E7E7E7"/>
                </a:solidFill>
                <a:latin typeface="Tahoma"/>
                <a:cs typeface="Tahoma"/>
              </a:rPr>
              <a:t>ABOUT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8E54144-2AAF-2438-31D9-44EB4E82C0D4}"/>
              </a:ext>
            </a:extLst>
          </p:cNvPr>
          <p:cNvSpPr txBox="1"/>
          <p:nvPr/>
        </p:nvSpPr>
        <p:spPr>
          <a:xfrm>
            <a:off x="10220914" y="359825"/>
            <a:ext cx="12319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CONTENT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3667B4B-83E6-490D-8D12-BC5628EC710F}"/>
              </a:ext>
            </a:extLst>
          </p:cNvPr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FBB898B-65E6-7309-6305-AF8D233FB335}"/>
              </a:ext>
            </a:extLst>
          </p:cNvPr>
          <p:cNvSpPr txBox="1"/>
          <p:nvPr/>
        </p:nvSpPr>
        <p:spPr>
          <a:xfrm>
            <a:off x="491554" y="1717181"/>
            <a:ext cx="6899846" cy="28443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9200" spc="-445" dirty="0">
                <a:solidFill>
                  <a:srgbClr val="E7E7E7"/>
                </a:solidFill>
                <a:latin typeface="Arial Black"/>
                <a:cs typeface="Arial Black"/>
              </a:rPr>
              <a:t>Data gathering 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90535BF-7F1E-EEAD-1A00-CC06760C6D67}"/>
              </a:ext>
            </a:extLst>
          </p:cNvPr>
          <p:cNvSpPr txBox="1"/>
          <p:nvPr/>
        </p:nvSpPr>
        <p:spPr>
          <a:xfrm>
            <a:off x="8686800" y="5546296"/>
            <a:ext cx="6623050" cy="896619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500" spc="-55" dirty="0">
                <a:solidFill>
                  <a:srgbClr val="E7E7E7"/>
                </a:solidFill>
                <a:latin typeface="Verdana"/>
                <a:cs typeface="Verdana"/>
              </a:rPr>
              <a:t>Source</a:t>
            </a:r>
            <a:r>
              <a:rPr sz="2500" spc="-254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2500" spc="-490" dirty="0">
                <a:solidFill>
                  <a:srgbClr val="E7E7E7"/>
                </a:solidFill>
                <a:latin typeface="Verdana"/>
                <a:cs typeface="Verdana"/>
              </a:rPr>
              <a:t>:</a:t>
            </a:r>
            <a:r>
              <a:rPr sz="2500" spc="-25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2500" spc="-60" dirty="0">
                <a:solidFill>
                  <a:srgbClr val="E7E7E7"/>
                </a:solidFill>
                <a:latin typeface="Verdana"/>
                <a:cs typeface="Verdana"/>
              </a:rPr>
              <a:t>(Data.gov).</a:t>
            </a:r>
            <a:endParaRPr sz="25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500" spc="-260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2500" spc="-23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2500" spc="-65" dirty="0">
                <a:solidFill>
                  <a:srgbClr val="E7E7E7"/>
                </a:solidFill>
                <a:latin typeface="Verdana"/>
                <a:cs typeface="Verdana"/>
              </a:rPr>
              <a:t>Dataset</a:t>
            </a:r>
            <a:r>
              <a:rPr sz="2500" spc="-229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2500" spc="-490" dirty="0">
                <a:solidFill>
                  <a:srgbClr val="E7E7E7"/>
                </a:solidFill>
                <a:latin typeface="Verdana"/>
                <a:cs typeface="Verdana"/>
              </a:rPr>
              <a:t>:</a:t>
            </a:r>
            <a:r>
              <a:rPr sz="2500" spc="-23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E7E7E7"/>
                </a:solidFill>
                <a:latin typeface="Verdana"/>
                <a:cs typeface="Verdana"/>
              </a:rPr>
              <a:t>Electric</a:t>
            </a:r>
            <a:r>
              <a:rPr sz="2500" spc="-229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2500" spc="-45" dirty="0">
                <a:solidFill>
                  <a:srgbClr val="E7E7E7"/>
                </a:solidFill>
                <a:latin typeface="Verdana"/>
                <a:cs typeface="Verdana"/>
              </a:rPr>
              <a:t>Vehicle</a:t>
            </a:r>
            <a:r>
              <a:rPr sz="2500" spc="-23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2500" spc="-20" dirty="0">
                <a:solidFill>
                  <a:srgbClr val="E7E7E7"/>
                </a:solidFill>
                <a:latin typeface="Verdana"/>
                <a:cs typeface="Verdana"/>
              </a:rPr>
              <a:t>Population</a:t>
            </a:r>
            <a:r>
              <a:rPr sz="2500" spc="-229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E7E7E7"/>
                </a:solidFill>
                <a:latin typeface="Verdana"/>
                <a:cs typeface="Verdana"/>
              </a:rPr>
              <a:t>Data.</a:t>
            </a:r>
            <a:endParaRPr sz="25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6701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EB853-989B-20A6-74EA-8ED1EC37F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FF4134-A155-B6D8-178E-9B2A86001FBB}"/>
              </a:ext>
            </a:extLst>
          </p:cNvPr>
          <p:cNvSpPr/>
          <p:nvPr/>
        </p:nvSpPr>
        <p:spPr>
          <a:xfrm>
            <a:off x="0" y="1024741"/>
            <a:ext cx="18288000" cy="27305"/>
          </a:xfrm>
          <a:custGeom>
            <a:avLst/>
            <a:gdLst/>
            <a:ahLst/>
            <a:cxnLst/>
            <a:rect l="l" t="t" r="r" b="b"/>
            <a:pathLst>
              <a:path w="18288000" h="27305">
                <a:moveTo>
                  <a:pt x="0" y="26702"/>
                </a:moveTo>
                <a:lnTo>
                  <a:pt x="0" y="17177"/>
                </a:lnTo>
                <a:lnTo>
                  <a:pt x="18287999" y="0"/>
                </a:lnTo>
                <a:lnTo>
                  <a:pt x="18287999" y="9525"/>
                </a:lnTo>
                <a:lnTo>
                  <a:pt x="0" y="26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E6B648-8076-BC29-87B3-D9EC08C42224}"/>
              </a:ext>
            </a:extLst>
          </p:cNvPr>
          <p:cNvSpPr/>
          <p:nvPr/>
        </p:nvSpPr>
        <p:spPr>
          <a:xfrm>
            <a:off x="264083" y="364400"/>
            <a:ext cx="476250" cy="371475"/>
          </a:xfrm>
          <a:custGeom>
            <a:avLst/>
            <a:gdLst/>
            <a:ahLst/>
            <a:cxnLst/>
            <a:rect l="l" t="t" r="r" b="b"/>
            <a:pathLst>
              <a:path w="476250" h="371475">
                <a:moveTo>
                  <a:pt x="382727" y="5334"/>
                </a:moveTo>
                <a:lnTo>
                  <a:pt x="377393" y="0"/>
                </a:lnTo>
                <a:lnTo>
                  <a:pt x="298259" y="0"/>
                </a:lnTo>
                <a:lnTo>
                  <a:pt x="292912" y="5334"/>
                </a:lnTo>
                <a:lnTo>
                  <a:pt x="292912" y="55638"/>
                </a:lnTo>
                <a:lnTo>
                  <a:pt x="289598" y="72390"/>
                </a:lnTo>
                <a:lnTo>
                  <a:pt x="282105" y="86067"/>
                </a:lnTo>
                <a:lnTo>
                  <a:pt x="268897" y="95300"/>
                </a:lnTo>
                <a:lnTo>
                  <a:pt x="248386" y="98691"/>
                </a:lnTo>
                <a:lnTo>
                  <a:pt x="231825" y="98691"/>
                </a:lnTo>
                <a:lnTo>
                  <a:pt x="211632" y="95427"/>
                </a:lnTo>
                <a:lnTo>
                  <a:pt x="198501" y="86525"/>
                </a:lnTo>
                <a:lnTo>
                  <a:pt x="190919" y="73279"/>
                </a:lnTo>
                <a:lnTo>
                  <a:pt x="187439" y="57010"/>
                </a:lnTo>
                <a:lnTo>
                  <a:pt x="187439" y="5334"/>
                </a:lnTo>
                <a:lnTo>
                  <a:pt x="182092" y="0"/>
                </a:lnTo>
                <a:lnTo>
                  <a:pt x="109499" y="0"/>
                </a:lnTo>
                <a:lnTo>
                  <a:pt x="102958" y="0"/>
                </a:lnTo>
                <a:lnTo>
                  <a:pt x="97624" y="5334"/>
                </a:lnTo>
                <a:lnTo>
                  <a:pt x="97624" y="84467"/>
                </a:lnTo>
                <a:lnTo>
                  <a:pt x="102958" y="89814"/>
                </a:lnTo>
                <a:lnTo>
                  <a:pt x="115658" y="89814"/>
                </a:lnTo>
                <a:lnTo>
                  <a:pt x="115519" y="89954"/>
                </a:lnTo>
                <a:lnTo>
                  <a:pt x="124333" y="89814"/>
                </a:lnTo>
                <a:lnTo>
                  <a:pt x="142163" y="89814"/>
                </a:lnTo>
                <a:lnTo>
                  <a:pt x="162445" y="91948"/>
                </a:lnTo>
                <a:lnTo>
                  <a:pt x="179476" y="98628"/>
                </a:lnTo>
                <a:lnTo>
                  <a:pt x="191185" y="112191"/>
                </a:lnTo>
                <a:lnTo>
                  <a:pt x="195541" y="134975"/>
                </a:lnTo>
                <a:lnTo>
                  <a:pt x="195541" y="182473"/>
                </a:lnTo>
                <a:lnTo>
                  <a:pt x="200875" y="187820"/>
                </a:lnTo>
                <a:lnTo>
                  <a:pt x="279323" y="187820"/>
                </a:lnTo>
                <a:lnTo>
                  <a:pt x="284670" y="182473"/>
                </a:lnTo>
                <a:lnTo>
                  <a:pt x="284670" y="134975"/>
                </a:lnTo>
                <a:lnTo>
                  <a:pt x="289001" y="112268"/>
                </a:lnTo>
                <a:lnTo>
                  <a:pt x="300634" y="98704"/>
                </a:lnTo>
                <a:lnTo>
                  <a:pt x="317538" y="91986"/>
                </a:lnTo>
                <a:lnTo>
                  <a:pt x="337654" y="89814"/>
                </a:lnTo>
                <a:lnTo>
                  <a:pt x="356171" y="89814"/>
                </a:lnTo>
                <a:lnTo>
                  <a:pt x="361073" y="89903"/>
                </a:lnTo>
                <a:lnTo>
                  <a:pt x="365912" y="90004"/>
                </a:lnTo>
                <a:lnTo>
                  <a:pt x="373354" y="90004"/>
                </a:lnTo>
                <a:lnTo>
                  <a:pt x="375907" y="89052"/>
                </a:lnTo>
                <a:lnTo>
                  <a:pt x="377939" y="87464"/>
                </a:lnTo>
                <a:lnTo>
                  <a:pt x="380834" y="85280"/>
                </a:lnTo>
                <a:lnTo>
                  <a:pt x="382727" y="81813"/>
                </a:lnTo>
                <a:lnTo>
                  <a:pt x="382727" y="5334"/>
                </a:lnTo>
                <a:close/>
              </a:path>
              <a:path w="476250" h="371475">
                <a:moveTo>
                  <a:pt x="476046" y="91224"/>
                </a:moveTo>
                <a:lnTo>
                  <a:pt x="475018" y="90195"/>
                </a:lnTo>
                <a:lnTo>
                  <a:pt x="396570" y="90195"/>
                </a:lnTo>
                <a:lnTo>
                  <a:pt x="391236" y="95529"/>
                </a:lnTo>
                <a:lnTo>
                  <a:pt x="391236" y="102069"/>
                </a:lnTo>
                <a:lnTo>
                  <a:pt x="389521" y="150634"/>
                </a:lnTo>
                <a:lnTo>
                  <a:pt x="379501" y="176276"/>
                </a:lnTo>
                <a:lnTo>
                  <a:pt x="353872" y="186283"/>
                </a:lnTo>
                <a:lnTo>
                  <a:pt x="305308" y="187998"/>
                </a:lnTo>
                <a:lnTo>
                  <a:pt x="298754" y="187998"/>
                </a:lnTo>
                <a:lnTo>
                  <a:pt x="293420" y="193332"/>
                </a:lnTo>
                <a:lnTo>
                  <a:pt x="293420" y="199885"/>
                </a:lnTo>
                <a:lnTo>
                  <a:pt x="293700" y="229247"/>
                </a:lnTo>
                <a:lnTo>
                  <a:pt x="290436" y="257009"/>
                </a:lnTo>
                <a:lnTo>
                  <a:pt x="277406" y="277698"/>
                </a:lnTo>
                <a:lnTo>
                  <a:pt x="248450" y="285813"/>
                </a:lnTo>
                <a:lnTo>
                  <a:pt x="231902" y="285813"/>
                </a:lnTo>
                <a:lnTo>
                  <a:pt x="202946" y="277698"/>
                </a:lnTo>
                <a:lnTo>
                  <a:pt x="202412" y="276847"/>
                </a:lnTo>
                <a:lnTo>
                  <a:pt x="189928" y="257009"/>
                </a:lnTo>
                <a:lnTo>
                  <a:pt x="186651" y="229247"/>
                </a:lnTo>
                <a:lnTo>
                  <a:pt x="186766" y="216674"/>
                </a:lnTo>
                <a:lnTo>
                  <a:pt x="186931" y="199885"/>
                </a:lnTo>
                <a:lnTo>
                  <a:pt x="186931" y="193332"/>
                </a:lnTo>
                <a:lnTo>
                  <a:pt x="181597" y="187998"/>
                </a:lnTo>
                <a:lnTo>
                  <a:pt x="175044" y="187998"/>
                </a:lnTo>
                <a:lnTo>
                  <a:pt x="126479" y="186283"/>
                </a:lnTo>
                <a:lnTo>
                  <a:pt x="100850" y="176276"/>
                </a:lnTo>
                <a:lnTo>
                  <a:pt x="90830" y="150634"/>
                </a:lnTo>
                <a:lnTo>
                  <a:pt x="89128" y="102069"/>
                </a:lnTo>
                <a:lnTo>
                  <a:pt x="89128" y="95529"/>
                </a:lnTo>
                <a:lnTo>
                  <a:pt x="83781" y="90195"/>
                </a:lnTo>
                <a:lnTo>
                  <a:pt x="5334" y="90195"/>
                </a:lnTo>
                <a:lnTo>
                  <a:pt x="0" y="95529"/>
                </a:lnTo>
                <a:lnTo>
                  <a:pt x="0" y="173977"/>
                </a:lnTo>
                <a:lnTo>
                  <a:pt x="5334" y="179311"/>
                </a:lnTo>
                <a:lnTo>
                  <a:pt x="11874" y="179311"/>
                </a:lnTo>
                <a:lnTo>
                  <a:pt x="60439" y="181025"/>
                </a:lnTo>
                <a:lnTo>
                  <a:pt x="86080" y="191046"/>
                </a:lnTo>
                <a:lnTo>
                  <a:pt x="96088" y="216674"/>
                </a:lnTo>
                <a:lnTo>
                  <a:pt x="97802" y="265239"/>
                </a:lnTo>
                <a:lnTo>
                  <a:pt x="97802" y="271792"/>
                </a:lnTo>
                <a:lnTo>
                  <a:pt x="103149" y="277126"/>
                </a:lnTo>
                <a:lnTo>
                  <a:pt x="109689" y="277126"/>
                </a:lnTo>
                <a:lnTo>
                  <a:pt x="139217" y="276872"/>
                </a:lnTo>
                <a:lnTo>
                  <a:pt x="166649" y="280123"/>
                </a:lnTo>
                <a:lnTo>
                  <a:pt x="166903" y="280123"/>
                </a:lnTo>
                <a:lnTo>
                  <a:pt x="187490" y="293141"/>
                </a:lnTo>
                <a:lnTo>
                  <a:pt x="195618" y="322097"/>
                </a:lnTo>
                <a:lnTo>
                  <a:pt x="195618" y="369595"/>
                </a:lnTo>
                <a:lnTo>
                  <a:pt x="197497" y="371475"/>
                </a:lnTo>
                <a:lnTo>
                  <a:pt x="282867" y="371475"/>
                </a:lnTo>
                <a:lnTo>
                  <a:pt x="284734" y="369595"/>
                </a:lnTo>
                <a:lnTo>
                  <a:pt x="284734" y="322097"/>
                </a:lnTo>
                <a:lnTo>
                  <a:pt x="292849" y="293141"/>
                </a:lnTo>
                <a:lnTo>
                  <a:pt x="304495" y="285813"/>
                </a:lnTo>
                <a:lnTo>
                  <a:pt x="313537" y="280123"/>
                </a:lnTo>
                <a:lnTo>
                  <a:pt x="341299" y="276847"/>
                </a:lnTo>
                <a:lnTo>
                  <a:pt x="370662" y="277126"/>
                </a:lnTo>
                <a:lnTo>
                  <a:pt x="377215" y="277126"/>
                </a:lnTo>
                <a:lnTo>
                  <a:pt x="377494" y="276847"/>
                </a:lnTo>
                <a:lnTo>
                  <a:pt x="382549" y="271792"/>
                </a:lnTo>
                <a:lnTo>
                  <a:pt x="382549" y="265239"/>
                </a:lnTo>
                <a:lnTo>
                  <a:pt x="384263" y="216674"/>
                </a:lnTo>
                <a:lnTo>
                  <a:pt x="394271" y="191046"/>
                </a:lnTo>
                <a:lnTo>
                  <a:pt x="419912" y="181025"/>
                </a:lnTo>
                <a:lnTo>
                  <a:pt x="468477" y="179311"/>
                </a:lnTo>
                <a:lnTo>
                  <a:pt x="475018" y="179311"/>
                </a:lnTo>
                <a:lnTo>
                  <a:pt x="476046" y="178282"/>
                </a:lnTo>
                <a:lnTo>
                  <a:pt x="476046" y="91224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63164B2-EF7B-0EE9-6720-F5B3A796F6A7}"/>
              </a:ext>
            </a:extLst>
          </p:cNvPr>
          <p:cNvSpPr/>
          <p:nvPr/>
        </p:nvSpPr>
        <p:spPr>
          <a:xfrm>
            <a:off x="17184296" y="364392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8F3C67D-32BE-4B1E-F38F-63051E228949}"/>
              </a:ext>
            </a:extLst>
          </p:cNvPr>
          <p:cNvSpPr/>
          <p:nvPr/>
        </p:nvSpPr>
        <p:spPr>
          <a:xfrm>
            <a:off x="17184296" y="506858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60243E2-71F1-3612-8E39-1BBE572A7138}"/>
              </a:ext>
            </a:extLst>
          </p:cNvPr>
          <p:cNvSpPr/>
          <p:nvPr/>
        </p:nvSpPr>
        <p:spPr>
          <a:xfrm>
            <a:off x="17184296" y="649677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BD7C28A-C53D-BEA9-C8D5-8F7FD3E8F864}"/>
              </a:ext>
            </a:extLst>
          </p:cNvPr>
          <p:cNvSpPr/>
          <p:nvPr/>
        </p:nvSpPr>
        <p:spPr>
          <a:xfrm>
            <a:off x="16050480" y="5670331"/>
            <a:ext cx="1209040" cy="1209040"/>
          </a:xfrm>
          <a:custGeom>
            <a:avLst/>
            <a:gdLst/>
            <a:ahLst/>
            <a:cxnLst/>
            <a:rect l="l" t="t" r="r" b="b"/>
            <a:pathLst>
              <a:path w="1209040" h="1209040">
                <a:moveTo>
                  <a:pt x="699218" y="502489"/>
                </a:moveTo>
                <a:lnTo>
                  <a:pt x="502490" y="502489"/>
                </a:lnTo>
                <a:lnTo>
                  <a:pt x="312871" y="40294"/>
                </a:lnTo>
                <a:lnTo>
                  <a:pt x="410049" y="0"/>
                </a:lnTo>
                <a:lnTo>
                  <a:pt x="602039" y="462195"/>
                </a:lnTo>
                <a:lnTo>
                  <a:pt x="715956" y="462195"/>
                </a:lnTo>
                <a:lnTo>
                  <a:pt x="699218" y="502489"/>
                </a:lnTo>
                <a:close/>
              </a:path>
              <a:path w="1209040" h="1209040">
                <a:moveTo>
                  <a:pt x="715956" y="462195"/>
                </a:moveTo>
                <a:lnTo>
                  <a:pt x="602039" y="462195"/>
                </a:lnTo>
                <a:lnTo>
                  <a:pt x="794028" y="0"/>
                </a:lnTo>
                <a:lnTo>
                  <a:pt x="891208" y="40294"/>
                </a:lnTo>
                <a:lnTo>
                  <a:pt x="715956" y="462195"/>
                </a:lnTo>
                <a:close/>
              </a:path>
              <a:path w="1209040" h="1209040">
                <a:moveTo>
                  <a:pt x="983998" y="502489"/>
                </a:moveTo>
                <a:lnTo>
                  <a:pt x="699218" y="502489"/>
                </a:lnTo>
                <a:lnTo>
                  <a:pt x="1163785" y="310500"/>
                </a:lnTo>
                <a:lnTo>
                  <a:pt x="1208819" y="410050"/>
                </a:lnTo>
                <a:lnTo>
                  <a:pt x="983998" y="502489"/>
                </a:lnTo>
                <a:close/>
              </a:path>
              <a:path w="1209040" h="1209040">
                <a:moveTo>
                  <a:pt x="40294" y="891208"/>
                </a:moveTo>
                <a:lnTo>
                  <a:pt x="0" y="794028"/>
                </a:lnTo>
                <a:lnTo>
                  <a:pt x="462196" y="602039"/>
                </a:lnTo>
                <a:lnTo>
                  <a:pt x="0" y="410050"/>
                </a:lnTo>
                <a:lnTo>
                  <a:pt x="40294" y="312871"/>
                </a:lnTo>
                <a:lnTo>
                  <a:pt x="502490" y="502489"/>
                </a:lnTo>
                <a:lnTo>
                  <a:pt x="983998" y="502489"/>
                </a:lnTo>
                <a:lnTo>
                  <a:pt x="741883" y="602039"/>
                </a:lnTo>
                <a:lnTo>
                  <a:pt x="978233" y="699219"/>
                </a:lnTo>
                <a:lnTo>
                  <a:pt x="502490" y="699219"/>
                </a:lnTo>
                <a:lnTo>
                  <a:pt x="40294" y="891208"/>
                </a:lnTo>
                <a:close/>
              </a:path>
              <a:path w="1209040" h="1209040">
                <a:moveTo>
                  <a:pt x="410049" y="1208819"/>
                </a:moveTo>
                <a:lnTo>
                  <a:pt x="312871" y="1163784"/>
                </a:lnTo>
                <a:lnTo>
                  <a:pt x="502490" y="699219"/>
                </a:lnTo>
                <a:lnTo>
                  <a:pt x="699218" y="699219"/>
                </a:lnTo>
                <a:lnTo>
                  <a:pt x="716850" y="741882"/>
                </a:lnTo>
                <a:lnTo>
                  <a:pt x="602039" y="741882"/>
                </a:lnTo>
                <a:lnTo>
                  <a:pt x="410049" y="1208819"/>
                </a:lnTo>
                <a:close/>
              </a:path>
              <a:path w="1209040" h="1209040">
                <a:moveTo>
                  <a:pt x="1163785" y="891208"/>
                </a:moveTo>
                <a:lnTo>
                  <a:pt x="699218" y="699219"/>
                </a:lnTo>
                <a:lnTo>
                  <a:pt x="978233" y="699219"/>
                </a:lnTo>
                <a:lnTo>
                  <a:pt x="1208819" y="794028"/>
                </a:lnTo>
                <a:lnTo>
                  <a:pt x="1163785" y="891208"/>
                </a:lnTo>
                <a:close/>
              </a:path>
              <a:path w="1209040" h="1209040">
                <a:moveTo>
                  <a:pt x="794028" y="1208819"/>
                </a:moveTo>
                <a:lnTo>
                  <a:pt x="602039" y="741882"/>
                </a:lnTo>
                <a:lnTo>
                  <a:pt x="716850" y="741882"/>
                </a:lnTo>
                <a:lnTo>
                  <a:pt x="891208" y="1163784"/>
                </a:lnTo>
                <a:lnTo>
                  <a:pt x="794028" y="1208819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2A302FA-5D39-5F3E-9554-614C113238F1}"/>
              </a:ext>
            </a:extLst>
          </p:cNvPr>
          <p:cNvSpPr/>
          <p:nvPr/>
        </p:nvSpPr>
        <p:spPr>
          <a:xfrm>
            <a:off x="1467677" y="6274741"/>
            <a:ext cx="1209040" cy="1209040"/>
          </a:xfrm>
          <a:custGeom>
            <a:avLst/>
            <a:gdLst/>
            <a:ahLst/>
            <a:cxnLst/>
            <a:rect l="l" t="t" r="r" b="b"/>
            <a:pathLst>
              <a:path w="1209039" h="1209040">
                <a:moveTo>
                  <a:pt x="699219" y="502489"/>
                </a:moveTo>
                <a:lnTo>
                  <a:pt x="502489" y="502489"/>
                </a:lnTo>
                <a:lnTo>
                  <a:pt x="312870" y="40293"/>
                </a:lnTo>
                <a:lnTo>
                  <a:pt x="410050" y="0"/>
                </a:lnTo>
                <a:lnTo>
                  <a:pt x="602039" y="462195"/>
                </a:lnTo>
                <a:lnTo>
                  <a:pt x="715956" y="462195"/>
                </a:lnTo>
                <a:lnTo>
                  <a:pt x="699219" y="502489"/>
                </a:lnTo>
                <a:close/>
              </a:path>
              <a:path w="1209039" h="1209040">
                <a:moveTo>
                  <a:pt x="715956" y="462195"/>
                </a:moveTo>
                <a:lnTo>
                  <a:pt x="602039" y="462195"/>
                </a:lnTo>
                <a:lnTo>
                  <a:pt x="794028" y="0"/>
                </a:lnTo>
                <a:lnTo>
                  <a:pt x="891208" y="40293"/>
                </a:lnTo>
                <a:lnTo>
                  <a:pt x="715956" y="462195"/>
                </a:lnTo>
                <a:close/>
              </a:path>
              <a:path w="1209039" h="1209040">
                <a:moveTo>
                  <a:pt x="983997" y="502489"/>
                </a:moveTo>
                <a:lnTo>
                  <a:pt x="699219" y="502489"/>
                </a:lnTo>
                <a:lnTo>
                  <a:pt x="1163784" y="310500"/>
                </a:lnTo>
                <a:lnTo>
                  <a:pt x="1208819" y="410050"/>
                </a:lnTo>
                <a:lnTo>
                  <a:pt x="983997" y="502489"/>
                </a:lnTo>
                <a:close/>
              </a:path>
              <a:path w="1209039" h="1209040">
                <a:moveTo>
                  <a:pt x="40294" y="891208"/>
                </a:moveTo>
                <a:lnTo>
                  <a:pt x="0" y="794028"/>
                </a:lnTo>
                <a:lnTo>
                  <a:pt x="462195" y="602039"/>
                </a:lnTo>
                <a:lnTo>
                  <a:pt x="0" y="410050"/>
                </a:lnTo>
                <a:lnTo>
                  <a:pt x="40294" y="312871"/>
                </a:lnTo>
                <a:lnTo>
                  <a:pt x="502489" y="502489"/>
                </a:lnTo>
                <a:lnTo>
                  <a:pt x="983997" y="502489"/>
                </a:lnTo>
                <a:lnTo>
                  <a:pt x="741883" y="602039"/>
                </a:lnTo>
                <a:lnTo>
                  <a:pt x="978233" y="699219"/>
                </a:lnTo>
                <a:lnTo>
                  <a:pt x="502489" y="699219"/>
                </a:lnTo>
                <a:lnTo>
                  <a:pt x="40294" y="891208"/>
                </a:lnTo>
                <a:close/>
              </a:path>
              <a:path w="1209039" h="1209040">
                <a:moveTo>
                  <a:pt x="410050" y="1208819"/>
                </a:moveTo>
                <a:lnTo>
                  <a:pt x="312870" y="1163784"/>
                </a:lnTo>
                <a:lnTo>
                  <a:pt x="502489" y="699219"/>
                </a:lnTo>
                <a:lnTo>
                  <a:pt x="699219" y="699219"/>
                </a:lnTo>
                <a:lnTo>
                  <a:pt x="716850" y="741882"/>
                </a:lnTo>
                <a:lnTo>
                  <a:pt x="602039" y="741882"/>
                </a:lnTo>
                <a:lnTo>
                  <a:pt x="410050" y="1208819"/>
                </a:lnTo>
                <a:close/>
              </a:path>
              <a:path w="1209039" h="1209040">
                <a:moveTo>
                  <a:pt x="1163784" y="891208"/>
                </a:moveTo>
                <a:lnTo>
                  <a:pt x="699219" y="699219"/>
                </a:lnTo>
                <a:lnTo>
                  <a:pt x="978233" y="699219"/>
                </a:lnTo>
                <a:lnTo>
                  <a:pt x="1208819" y="794028"/>
                </a:lnTo>
                <a:lnTo>
                  <a:pt x="1163784" y="891208"/>
                </a:lnTo>
                <a:close/>
              </a:path>
              <a:path w="1209039" h="1209040">
                <a:moveTo>
                  <a:pt x="794028" y="1208819"/>
                </a:moveTo>
                <a:lnTo>
                  <a:pt x="602039" y="741882"/>
                </a:lnTo>
                <a:lnTo>
                  <a:pt x="716850" y="741882"/>
                </a:lnTo>
                <a:lnTo>
                  <a:pt x="891208" y="1163784"/>
                </a:lnTo>
                <a:lnTo>
                  <a:pt x="794028" y="1208819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16D02EF-A549-4EF0-9759-B556BB2613ED}"/>
              </a:ext>
            </a:extLst>
          </p:cNvPr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A1EAB28-E950-179A-92F4-4CDF58E85F55}"/>
              </a:ext>
            </a:extLst>
          </p:cNvPr>
          <p:cNvSpPr txBox="1"/>
          <p:nvPr/>
        </p:nvSpPr>
        <p:spPr>
          <a:xfrm>
            <a:off x="7969912" y="359825"/>
            <a:ext cx="9378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85" dirty="0">
                <a:solidFill>
                  <a:srgbClr val="E7E7E7"/>
                </a:solidFill>
                <a:latin typeface="Tahoma"/>
                <a:cs typeface="Tahoma"/>
              </a:rPr>
              <a:t>ABOUT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FEF8CBC-0801-9311-A048-E20027D28F75}"/>
              </a:ext>
            </a:extLst>
          </p:cNvPr>
          <p:cNvSpPr txBox="1"/>
          <p:nvPr/>
        </p:nvSpPr>
        <p:spPr>
          <a:xfrm>
            <a:off x="10220914" y="359825"/>
            <a:ext cx="12319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CONTENT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877E179-C316-02F6-123F-9EA68F4F11FB}"/>
              </a:ext>
            </a:extLst>
          </p:cNvPr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3D0D9AF-842A-8FBE-C5BB-1420B6EAA084}"/>
              </a:ext>
            </a:extLst>
          </p:cNvPr>
          <p:cNvSpPr txBox="1"/>
          <p:nvPr/>
        </p:nvSpPr>
        <p:spPr>
          <a:xfrm>
            <a:off x="491554" y="1717181"/>
            <a:ext cx="15008225" cy="2567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600" spc="-445" dirty="0">
                <a:solidFill>
                  <a:srgbClr val="E7E7E7"/>
                </a:solidFill>
                <a:latin typeface="Arial Black"/>
                <a:cs typeface="Arial Black"/>
              </a:rPr>
              <a:t>SQL server</a:t>
            </a:r>
          </a:p>
        </p:txBody>
      </p:sp>
    </p:spTree>
    <p:extLst>
      <p:ext uri="{BB962C8B-B14F-4D97-AF65-F5344CB8AC3E}">
        <p14:creationId xmlns:p14="http://schemas.microsoft.com/office/powerpoint/2010/main" val="2433152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5535-FA07-4DC5-C9C1-59DC53B23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A30EB1-0BCB-EB68-5B4C-192B5DA318F5}"/>
              </a:ext>
            </a:extLst>
          </p:cNvPr>
          <p:cNvSpPr/>
          <p:nvPr/>
        </p:nvSpPr>
        <p:spPr>
          <a:xfrm>
            <a:off x="0" y="1024741"/>
            <a:ext cx="18288000" cy="27305"/>
          </a:xfrm>
          <a:custGeom>
            <a:avLst/>
            <a:gdLst/>
            <a:ahLst/>
            <a:cxnLst/>
            <a:rect l="l" t="t" r="r" b="b"/>
            <a:pathLst>
              <a:path w="18288000" h="27305">
                <a:moveTo>
                  <a:pt x="0" y="26702"/>
                </a:moveTo>
                <a:lnTo>
                  <a:pt x="0" y="17177"/>
                </a:lnTo>
                <a:lnTo>
                  <a:pt x="18287999" y="0"/>
                </a:lnTo>
                <a:lnTo>
                  <a:pt x="18287999" y="9525"/>
                </a:lnTo>
                <a:lnTo>
                  <a:pt x="0" y="26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E952BE7-A1AD-8AEC-64BF-D24C500B1E0F}"/>
              </a:ext>
            </a:extLst>
          </p:cNvPr>
          <p:cNvSpPr/>
          <p:nvPr/>
        </p:nvSpPr>
        <p:spPr>
          <a:xfrm>
            <a:off x="264083" y="364400"/>
            <a:ext cx="476250" cy="371475"/>
          </a:xfrm>
          <a:custGeom>
            <a:avLst/>
            <a:gdLst/>
            <a:ahLst/>
            <a:cxnLst/>
            <a:rect l="l" t="t" r="r" b="b"/>
            <a:pathLst>
              <a:path w="476250" h="371475">
                <a:moveTo>
                  <a:pt x="382727" y="5334"/>
                </a:moveTo>
                <a:lnTo>
                  <a:pt x="377393" y="0"/>
                </a:lnTo>
                <a:lnTo>
                  <a:pt x="298259" y="0"/>
                </a:lnTo>
                <a:lnTo>
                  <a:pt x="292912" y="5334"/>
                </a:lnTo>
                <a:lnTo>
                  <a:pt x="292912" y="55638"/>
                </a:lnTo>
                <a:lnTo>
                  <a:pt x="289598" y="72390"/>
                </a:lnTo>
                <a:lnTo>
                  <a:pt x="282105" y="86067"/>
                </a:lnTo>
                <a:lnTo>
                  <a:pt x="268897" y="95300"/>
                </a:lnTo>
                <a:lnTo>
                  <a:pt x="248386" y="98691"/>
                </a:lnTo>
                <a:lnTo>
                  <a:pt x="231825" y="98691"/>
                </a:lnTo>
                <a:lnTo>
                  <a:pt x="211632" y="95427"/>
                </a:lnTo>
                <a:lnTo>
                  <a:pt x="198501" y="86525"/>
                </a:lnTo>
                <a:lnTo>
                  <a:pt x="190919" y="73279"/>
                </a:lnTo>
                <a:lnTo>
                  <a:pt x="187439" y="57010"/>
                </a:lnTo>
                <a:lnTo>
                  <a:pt x="187439" y="5334"/>
                </a:lnTo>
                <a:lnTo>
                  <a:pt x="182092" y="0"/>
                </a:lnTo>
                <a:lnTo>
                  <a:pt x="109499" y="0"/>
                </a:lnTo>
                <a:lnTo>
                  <a:pt x="102958" y="0"/>
                </a:lnTo>
                <a:lnTo>
                  <a:pt x="97624" y="5334"/>
                </a:lnTo>
                <a:lnTo>
                  <a:pt x="97624" y="84467"/>
                </a:lnTo>
                <a:lnTo>
                  <a:pt x="102958" y="89814"/>
                </a:lnTo>
                <a:lnTo>
                  <a:pt x="115658" y="89814"/>
                </a:lnTo>
                <a:lnTo>
                  <a:pt x="115519" y="89954"/>
                </a:lnTo>
                <a:lnTo>
                  <a:pt x="124333" y="89814"/>
                </a:lnTo>
                <a:lnTo>
                  <a:pt x="142163" y="89814"/>
                </a:lnTo>
                <a:lnTo>
                  <a:pt x="162445" y="91948"/>
                </a:lnTo>
                <a:lnTo>
                  <a:pt x="179476" y="98628"/>
                </a:lnTo>
                <a:lnTo>
                  <a:pt x="191185" y="112191"/>
                </a:lnTo>
                <a:lnTo>
                  <a:pt x="195541" y="134975"/>
                </a:lnTo>
                <a:lnTo>
                  <a:pt x="195541" y="182473"/>
                </a:lnTo>
                <a:lnTo>
                  <a:pt x="200875" y="187820"/>
                </a:lnTo>
                <a:lnTo>
                  <a:pt x="279323" y="187820"/>
                </a:lnTo>
                <a:lnTo>
                  <a:pt x="284670" y="182473"/>
                </a:lnTo>
                <a:lnTo>
                  <a:pt x="284670" y="134975"/>
                </a:lnTo>
                <a:lnTo>
                  <a:pt x="289001" y="112268"/>
                </a:lnTo>
                <a:lnTo>
                  <a:pt x="300634" y="98704"/>
                </a:lnTo>
                <a:lnTo>
                  <a:pt x="317538" y="91986"/>
                </a:lnTo>
                <a:lnTo>
                  <a:pt x="337654" y="89814"/>
                </a:lnTo>
                <a:lnTo>
                  <a:pt x="356171" y="89814"/>
                </a:lnTo>
                <a:lnTo>
                  <a:pt x="361073" y="89903"/>
                </a:lnTo>
                <a:lnTo>
                  <a:pt x="365912" y="90004"/>
                </a:lnTo>
                <a:lnTo>
                  <a:pt x="373354" y="90004"/>
                </a:lnTo>
                <a:lnTo>
                  <a:pt x="375907" y="89052"/>
                </a:lnTo>
                <a:lnTo>
                  <a:pt x="377939" y="87464"/>
                </a:lnTo>
                <a:lnTo>
                  <a:pt x="380834" y="85280"/>
                </a:lnTo>
                <a:lnTo>
                  <a:pt x="382727" y="81813"/>
                </a:lnTo>
                <a:lnTo>
                  <a:pt x="382727" y="5334"/>
                </a:lnTo>
                <a:close/>
              </a:path>
              <a:path w="476250" h="371475">
                <a:moveTo>
                  <a:pt x="476046" y="91224"/>
                </a:moveTo>
                <a:lnTo>
                  <a:pt x="475018" y="90195"/>
                </a:lnTo>
                <a:lnTo>
                  <a:pt x="396570" y="90195"/>
                </a:lnTo>
                <a:lnTo>
                  <a:pt x="391236" y="95529"/>
                </a:lnTo>
                <a:lnTo>
                  <a:pt x="391236" y="102069"/>
                </a:lnTo>
                <a:lnTo>
                  <a:pt x="389521" y="150634"/>
                </a:lnTo>
                <a:lnTo>
                  <a:pt x="379501" y="176276"/>
                </a:lnTo>
                <a:lnTo>
                  <a:pt x="353872" y="186283"/>
                </a:lnTo>
                <a:lnTo>
                  <a:pt x="305308" y="187998"/>
                </a:lnTo>
                <a:lnTo>
                  <a:pt x="298754" y="187998"/>
                </a:lnTo>
                <a:lnTo>
                  <a:pt x="293420" y="193332"/>
                </a:lnTo>
                <a:lnTo>
                  <a:pt x="293420" y="199885"/>
                </a:lnTo>
                <a:lnTo>
                  <a:pt x="293700" y="229247"/>
                </a:lnTo>
                <a:lnTo>
                  <a:pt x="290436" y="257009"/>
                </a:lnTo>
                <a:lnTo>
                  <a:pt x="277406" y="277698"/>
                </a:lnTo>
                <a:lnTo>
                  <a:pt x="248450" y="285813"/>
                </a:lnTo>
                <a:lnTo>
                  <a:pt x="231902" y="285813"/>
                </a:lnTo>
                <a:lnTo>
                  <a:pt x="202946" y="277698"/>
                </a:lnTo>
                <a:lnTo>
                  <a:pt x="202412" y="276847"/>
                </a:lnTo>
                <a:lnTo>
                  <a:pt x="189928" y="257009"/>
                </a:lnTo>
                <a:lnTo>
                  <a:pt x="186651" y="229247"/>
                </a:lnTo>
                <a:lnTo>
                  <a:pt x="186766" y="216674"/>
                </a:lnTo>
                <a:lnTo>
                  <a:pt x="186931" y="199885"/>
                </a:lnTo>
                <a:lnTo>
                  <a:pt x="186931" y="193332"/>
                </a:lnTo>
                <a:lnTo>
                  <a:pt x="181597" y="187998"/>
                </a:lnTo>
                <a:lnTo>
                  <a:pt x="175044" y="187998"/>
                </a:lnTo>
                <a:lnTo>
                  <a:pt x="126479" y="186283"/>
                </a:lnTo>
                <a:lnTo>
                  <a:pt x="100850" y="176276"/>
                </a:lnTo>
                <a:lnTo>
                  <a:pt x="90830" y="150634"/>
                </a:lnTo>
                <a:lnTo>
                  <a:pt x="89128" y="102069"/>
                </a:lnTo>
                <a:lnTo>
                  <a:pt x="89128" y="95529"/>
                </a:lnTo>
                <a:lnTo>
                  <a:pt x="83781" y="90195"/>
                </a:lnTo>
                <a:lnTo>
                  <a:pt x="5334" y="90195"/>
                </a:lnTo>
                <a:lnTo>
                  <a:pt x="0" y="95529"/>
                </a:lnTo>
                <a:lnTo>
                  <a:pt x="0" y="173977"/>
                </a:lnTo>
                <a:lnTo>
                  <a:pt x="5334" y="179311"/>
                </a:lnTo>
                <a:lnTo>
                  <a:pt x="11874" y="179311"/>
                </a:lnTo>
                <a:lnTo>
                  <a:pt x="60439" y="181025"/>
                </a:lnTo>
                <a:lnTo>
                  <a:pt x="86080" y="191046"/>
                </a:lnTo>
                <a:lnTo>
                  <a:pt x="96088" y="216674"/>
                </a:lnTo>
                <a:lnTo>
                  <a:pt x="97802" y="265239"/>
                </a:lnTo>
                <a:lnTo>
                  <a:pt x="97802" y="271792"/>
                </a:lnTo>
                <a:lnTo>
                  <a:pt x="103149" y="277126"/>
                </a:lnTo>
                <a:lnTo>
                  <a:pt x="109689" y="277126"/>
                </a:lnTo>
                <a:lnTo>
                  <a:pt x="139217" y="276872"/>
                </a:lnTo>
                <a:lnTo>
                  <a:pt x="166649" y="280123"/>
                </a:lnTo>
                <a:lnTo>
                  <a:pt x="166903" y="280123"/>
                </a:lnTo>
                <a:lnTo>
                  <a:pt x="187490" y="293141"/>
                </a:lnTo>
                <a:lnTo>
                  <a:pt x="195618" y="322097"/>
                </a:lnTo>
                <a:lnTo>
                  <a:pt x="195618" y="369595"/>
                </a:lnTo>
                <a:lnTo>
                  <a:pt x="197497" y="371475"/>
                </a:lnTo>
                <a:lnTo>
                  <a:pt x="282867" y="371475"/>
                </a:lnTo>
                <a:lnTo>
                  <a:pt x="284734" y="369595"/>
                </a:lnTo>
                <a:lnTo>
                  <a:pt x="284734" y="322097"/>
                </a:lnTo>
                <a:lnTo>
                  <a:pt x="292849" y="293141"/>
                </a:lnTo>
                <a:lnTo>
                  <a:pt x="304495" y="285813"/>
                </a:lnTo>
                <a:lnTo>
                  <a:pt x="313537" y="280123"/>
                </a:lnTo>
                <a:lnTo>
                  <a:pt x="341299" y="276847"/>
                </a:lnTo>
                <a:lnTo>
                  <a:pt x="370662" y="277126"/>
                </a:lnTo>
                <a:lnTo>
                  <a:pt x="377215" y="277126"/>
                </a:lnTo>
                <a:lnTo>
                  <a:pt x="377494" y="276847"/>
                </a:lnTo>
                <a:lnTo>
                  <a:pt x="382549" y="271792"/>
                </a:lnTo>
                <a:lnTo>
                  <a:pt x="382549" y="265239"/>
                </a:lnTo>
                <a:lnTo>
                  <a:pt x="384263" y="216674"/>
                </a:lnTo>
                <a:lnTo>
                  <a:pt x="394271" y="191046"/>
                </a:lnTo>
                <a:lnTo>
                  <a:pt x="419912" y="181025"/>
                </a:lnTo>
                <a:lnTo>
                  <a:pt x="468477" y="179311"/>
                </a:lnTo>
                <a:lnTo>
                  <a:pt x="475018" y="179311"/>
                </a:lnTo>
                <a:lnTo>
                  <a:pt x="476046" y="178282"/>
                </a:lnTo>
                <a:lnTo>
                  <a:pt x="476046" y="91224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3F2B2D-D911-AC91-7184-B2E7D5EDF865}"/>
              </a:ext>
            </a:extLst>
          </p:cNvPr>
          <p:cNvSpPr/>
          <p:nvPr/>
        </p:nvSpPr>
        <p:spPr>
          <a:xfrm>
            <a:off x="17184296" y="364392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EB16428-2C64-37C2-8B98-C284A4F3AFBE}"/>
              </a:ext>
            </a:extLst>
          </p:cNvPr>
          <p:cNvSpPr/>
          <p:nvPr/>
        </p:nvSpPr>
        <p:spPr>
          <a:xfrm>
            <a:off x="17184296" y="506858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D55F609-A38B-BDC2-D3C8-5EB5B39AC604}"/>
              </a:ext>
            </a:extLst>
          </p:cNvPr>
          <p:cNvSpPr/>
          <p:nvPr/>
        </p:nvSpPr>
        <p:spPr>
          <a:xfrm>
            <a:off x="17184296" y="649677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5404B87-3937-8166-939C-A926A2A2266D}"/>
              </a:ext>
            </a:extLst>
          </p:cNvPr>
          <p:cNvSpPr/>
          <p:nvPr/>
        </p:nvSpPr>
        <p:spPr>
          <a:xfrm>
            <a:off x="1467677" y="6274741"/>
            <a:ext cx="1209040" cy="1209040"/>
          </a:xfrm>
          <a:custGeom>
            <a:avLst/>
            <a:gdLst/>
            <a:ahLst/>
            <a:cxnLst/>
            <a:rect l="l" t="t" r="r" b="b"/>
            <a:pathLst>
              <a:path w="1209039" h="1209040">
                <a:moveTo>
                  <a:pt x="699219" y="502489"/>
                </a:moveTo>
                <a:lnTo>
                  <a:pt x="502489" y="502489"/>
                </a:lnTo>
                <a:lnTo>
                  <a:pt x="312870" y="40293"/>
                </a:lnTo>
                <a:lnTo>
                  <a:pt x="410050" y="0"/>
                </a:lnTo>
                <a:lnTo>
                  <a:pt x="602039" y="462195"/>
                </a:lnTo>
                <a:lnTo>
                  <a:pt x="715956" y="462195"/>
                </a:lnTo>
                <a:lnTo>
                  <a:pt x="699219" y="502489"/>
                </a:lnTo>
                <a:close/>
              </a:path>
              <a:path w="1209039" h="1209040">
                <a:moveTo>
                  <a:pt x="715956" y="462195"/>
                </a:moveTo>
                <a:lnTo>
                  <a:pt x="602039" y="462195"/>
                </a:lnTo>
                <a:lnTo>
                  <a:pt x="794028" y="0"/>
                </a:lnTo>
                <a:lnTo>
                  <a:pt x="891208" y="40293"/>
                </a:lnTo>
                <a:lnTo>
                  <a:pt x="715956" y="462195"/>
                </a:lnTo>
                <a:close/>
              </a:path>
              <a:path w="1209039" h="1209040">
                <a:moveTo>
                  <a:pt x="983997" y="502489"/>
                </a:moveTo>
                <a:lnTo>
                  <a:pt x="699219" y="502489"/>
                </a:lnTo>
                <a:lnTo>
                  <a:pt x="1163784" y="310500"/>
                </a:lnTo>
                <a:lnTo>
                  <a:pt x="1208819" y="410050"/>
                </a:lnTo>
                <a:lnTo>
                  <a:pt x="983997" y="502489"/>
                </a:lnTo>
                <a:close/>
              </a:path>
              <a:path w="1209039" h="1209040">
                <a:moveTo>
                  <a:pt x="40294" y="891208"/>
                </a:moveTo>
                <a:lnTo>
                  <a:pt x="0" y="794028"/>
                </a:lnTo>
                <a:lnTo>
                  <a:pt x="462195" y="602039"/>
                </a:lnTo>
                <a:lnTo>
                  <a:pt x="0" y="410050"/>
                </a:lnTo>
                <a:lnTo>
                  <a:pt x="40294" y="312871"/>
                </a:lnTo>
                <a:lnTo>
                  <a:pt x="502489" y="502489"/>
                </a:lnTo>
                <a:lnTo>
                  <a:pt x="983997" y="502489"/>
                </a:lnTo>
                <a:lnTo>
                  <a:pt x="741883" y="602039"/>
                </a:lnTo>
                <a:lnTo>
                  <a:pt x="978233" y="699219"/>
                </a:lnTo>
                <a:lnTo>
                  <a:pt x="502489" y="699219"/>
                </a:lnTo>
                <a:lnTo>
                  <a:pt x="40294" y="891208"/>
                </a:lnTo>
                <a:close/>
              </a:path>
              <a:path w="1209039" h="1209040">
                <a:moveTo>
                  <a:pt x="410050" y="1208819"/>
                </a:moveTo>
                <a:lnTo>
                  <a:pt x="312870" y="1163784"/>
                </a:lnTo>
                <a:lnTo>
                  <a:pt x="502489" y="699219"/>
                </a:lnTo>
                <a:lnTo>
                  <a:pt x="699219" y="699219"/>
                </a:lnTo>
                <a:lnTo>
                  <a:pt x="716850" y="741882"/>
                </a:lnTo>
                <a:lnTo>
                  <a:pt x="602039" y="741882"/>
                </a:lnTo>
                <a:lnTo>
                  <a:pt x="410050" y="1208819"/>
                </a:lnTo>
                <a:close/>
              </a:path>
              <a:path w="1209039" h="1209040">
                <a:moveTo>
                  <a:pt x="1163784" y="891208"/>
                </a:moveTo>
                <a:lnTo>
                  <a:pt x="699219" y="699219"/>
                </a:lnTo>
                <a:lnTo>
                  <a:pt x="978233" y="699219"/>
                </a:lnTo>
                <a:lnTo>
                  <a:pt x="1208819" y="794028"/>
                </a:lnTo>
                <a:lnTo>
                  <a:pt x="1163784" y="891208"/>
                </a:lnTo>
                <a:close/>
              </a:path>
              <a:path w="1209039" h="1209040">
                <a:moveTo>
                  <a:pt x="794028" y="1208819"/>
                </a:moveTo>
                <a:lnTo>
                  <a:pt x="602039" y="741882"/>
                </a:lnTo>
                <a:lnTo>
                  <a:pt x="716850" y="741882"/>
                </a:lnTo>
                <a:lnTo>
                  <a:pt x="891208" y="1163784"/>
                </a:lnTo>
                <a:lnTo>
                  <a:pt x="794028" y="1208819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0A6AD9D-43A9-0F54-A934-54E2E4759BDE}"/>
              </a:ext>
            </a:extLst>
          </p:cNvPr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A18839D-7668-D9E8-503A-E568B184DF84}"/>
              </a:ext>
            </a:extLst>
          </p:cNvPr>
          <p:cNvSpPr txBox="1"/>
          <p:nvPr/>
        </p:nvSpPr>
        <p:spPr>
          <a:xfrm>
            <a:off x="7969912" y="359825"/>
            <a:ext cx="9378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85" dirty="0">
                <a:solidFill>
                  <a:srgbClr val="E7E7E7"/>
                </a:solidFill>
                <a:latin typeface="Tahoma"/>
                <a:cs typeface="Tahoma"/>
              </a:rPr>
              <a:t>ABOUT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D31965B-D381-62F2-BC84-5A95A0EA54FF}"/>
              </a:ext>
            </a:extLst>
          </p:cNvPr>
          <p:cNvSpPr txBox="1"/>
          <p:nvPr/>
        </p:nvSpPr>
        <p:spPr>
          <a:xfrm>
            <a:off x="10220914" y="359825"/>
            <a:ext cx="12319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CONTENT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304A4D4-7230-5D63-4A22-F81817B8B1C6}"/>
              </a:ext>
            </a:extLst>
          </p:cNvPr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731212C-CCE9-41E6-D81E-E06C5FE0DC59}"/>
              </a:ext>
            </a:extLst>
          </p:cNvPr>
          <p:cNvSpPr txBox="1"/>
          <p:nvPr/>
        </p:nvSpPr>
        <p:spPr>
          <a:xfrm>
            <a:off x="491555" y="1717181"/>
            <a:ext cx="316604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445" dirty="0">
                <a:solidFill>
                  <a:srgbClr val="E7E7E7"/>
                </a:solidFill>
                <a:latin typeface="Arial Black"/>
                <a:cs typeface="Arial Black"/>
              </a:rPr>
              <a:t>SQL server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325EEF-FC92-D6C9-29D8-B4D31C43F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6166" y="2468669"/>
            <a:ext cx="4552950" cy="63741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53E2FE-53BA-F077-823E-E8E9C4A32A49}"/>
              </a:ext>
            </a:extLst>
          </p:cNvPr>
          <p:cNvSpPr txBox="1"/>
          <p:nvPr/>
        </p:nvSpPr>
        <p:spPr>
          <a:xfrm>
            <a:off x="3205471" y="3128361"/>
            <a:ext cx="890981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Data Cleaning Steps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Fixed Locations: Split coordinates into Latitude and Longitude for the map.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Cleaned Text: Fixed capitalization for Make and Model names.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Handled Nulls: Replaced empty cells with "Unknown" for better visuals.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Removed Junk: Deleted unnecessary columns to make the file faster.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Fixed Types: Ensured all columns (Dates, Numbers, Text) have the correct format.</a:t>
            </a:r>
          </a:p>
        </p:txBody>
      </p:sp>
    </p:spTree>
    <p:extLst>
      <p:ext uri="{BB962C8B-B14F-4D97-AF65-F5344CB8AC3E}">
        <p14:creationId xmlns:p14="http://schemas.microsoft.com/office/powerpoint/2010/main" val="20237656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6999"/>
            <a:chOff x="0" y="0"/>
            <a:chExt cx="18288000" cy="10286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7847" y="0"/>
              <a:ext cx="10360151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6015" y="4102607"/>
              <a:ext cx="8601455" cy="61843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024741"/>
              <a:ext cx="18288000" cy="27305"/>
            </a:xfrm>
            <a:custGeom>
              <a:avLst/>
              <a:gdLst/>
              <a:ahLst/>
              <a:cxnLst/>
              <a:rect l="l" t="t" r="r" b="b"/>
              <a:pathLst>
                <a:path w="18288000" h="27305">
                  <a:moveTo>
                    <a:pt x="0" y="26702"/>
                  </a:moveTo>
                  <a:lnTo>
                    <a:pt x="0" y="17177"/>
                  </a:lnTo>
                  <a:lnTo>
                    <a:pt x="18287999" y="0"/>
                  </a:lnTo>
                  <a:lnTo>
                    <a:pt x="18287999" y="9525"/>
                  </a:lnTo>
                  <a:lnTo>
                    <a:pt x="0" y="2670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083" y="364400"/>
              <a:ext cx="476250" cy="371475"/>
            </a:xfrm>
            <a:custGeom>
              <a:avLst/>
              <a:gdLst/>
              <a:ahLst/>
              <a:cxnLst/>
              <a:rect l="l" t="t" r="r" b="b"/>
              <a:pathLst>
                <a:path w="476250" h="371475">
                  <a:moveTo>
                    <a:pt x="382727" y="5334"/>
                  </a:moveTo>
                  <a:lnTo>
                    <a:pt x="377393" y="0"/>
                  </a:lnTo>
                  <a:lnTo>
                    <a:pt x="298259" y="0"/>
                  </a:lnTo>
                  <a:lnTo>
                    <a:pt x="292912" y="5334"/>
                  </a:lnTo>
                  <a:lnTo>
                    <a:pt x="292912" y="55638"/>
                  </a:lnTo>
                  <a:lnTo>
                    <a:pt x="289598" y="72390"/>
                  </a:lnTo>
                  <a:lnTo>
                    <a:pt x="282105" y="86067"/>
                  </a:lnTo>
                  <a:lnTo>
                    <a:pt x="268897" y="95300"/>
                  </a:lnTo>
                  <a:lnTo>
                    <a:pt x="248386" y="98691"/>
                  </a:lnTo>
                  <a:lnTo>
                    <a:pt x="231825" y="98691"/>
                  </a:lnTo>
                  <a:lnTo>
                    <a:pt x="211632" y="95427"/>
                  </a:lnTo>
                  <a:lnTo>
                    <a:pt x="198501" y="86525"/>
                  </a:lnTo>
                  <a:lnTo>
                    <a:pt x="190919" y="73279"/>
                  </a:lnTo>
                  <a:lnTo>
                    <a:pt x="187439" y="57010"/>
                  </a:lnTo>
                  <a:lnTo>
                    <a:pt x="187439" y="5334"/>
                  </a:lnTo>
                  <a:lnTo>
                    <a:pt x="182092" y="0"/>
                  </a:lnTo>
                  <a:lnTo>
                    <a:pt x="109499" y="0"/>
                  </a:lnTo>
                  <a:lnTo>
                    <a:pt x="102958" y="0"/>
                  </a:lnTo>
                  <a:lnTo>
                    <a:pt x="97624" y="5334"/>
                  </a:lnTo>
                  <a:lnTo>
                    <a:pt x="97624" y="84467"/>
                  </a:lnTo>
                  <a:lnTo>
                    <a:pt x="102958" y="89814"/>
                  </a:lnTo>
                  <a:lnTo>
                    <a:pt x="115658" y="89814"/>
                  </a:lnTo>
                  <a:lnTo>
                    <a:pt x="115519" y="89954"/>
                  </a:lnTo>
                  <a:lnTo>
                    <a:pt x="124333" y="89814"/>
                  </a:lnTo>
                  <a:lnTo>
                    <a:pt x="142163" y="89814"/>
                  </a:lnTo>
                  <a:lnTo>
                    <a:pt x="162445" y="91948"/>
                  </a:lnTo>
                  <a:lnTo>
                    <a:pt x="179476" y="98628"/>
                  </a:lnTo>
                  <a:lnTo>
                    <a:pt x="191185" y="112191"/>
                  </a:lnTo>
                  <a:lnTo>
                    <a:pt x="195541" y="134975"/>
                  </a:lnTo>
                  <a:lnTo>
                    <a:pt x="195541" y="182473"/>
                  </a:lnTo>
                  <a:lnTo>
                    <a:pt x="200875" y="187820"/>
                  </a:lnTo>
                  <a:lnTo>
                    <a:pt x="279323" y="187820"/>
                  </a:lnTo>
                  <a:lnTo>
                    <a:pt x="284670" y="182473"/>
                  </a:lnTo>
                  <a:lnTo>
                    <a:pt x="284670" y="134975"/>
                  </a:lnTo>
                  <a:lnTo>
                    <a:pt x="289001" y="112268"/>
                  </a:lnTo>
                  <a:lnTo>
                    <a:pt x="300634" y="98704"/>
                  </a:lnTo>
                  <a:lnTo>
                    <a:pt x="317538" y="91986"/>
                  </a:lnTo>
                  <a:lnTo>
                    <a:pt x="337654" y="89814"/>
                  </a:lnTo>
                  <a:lnTo>
                    <a:pt x="356171" y="89814"/>
                  </a:lnTo>
                  <a:lnTo>
                    <a:pt x="361073" y="89903"/>
                  </a:lnTo>
                  <a:lnTo>
                    <a:pt x="365912" y="90004"/>
                  </a:lnTo>
                  <a:lnTo>
                    <a:pt x="373354" y="90004"/>
                  </a:lnTo>
                  <a:lnTo>
                    <a:pt x="375907" y="89052"/>
                  </a:lnTo>
                  <a:lnTo>
                    <a:pt x="377939" y="87464"/>
                  </a:lnTo>
                  <a:lnTo>
                    <a:pt x="380834" y="85280"/>
                  </a:lnTo>
                  <a:lnTo>
                    <a:pt x="382727" y="81813"/>
                  </a:lnTo>
                  <a:lnTo>
                    <a:pt x="382727" y="5334"/>
                  </a:lnTo>
                  <a:close/>
                </a:path>
                <a:path w="476250" h="371475">
                  <a:moveTo>
                    <a:pt x="476046" y="91224"/>
                  </a:moveTo>
                  <a:lnTo>
                    <a:pt x="475018" y="90195"/>
                  </a:lnTo>
                  <a:lnTo>
                    <a:pt x="396570" y="90195"/>
                  </a:lnTo>
                  <a:lnTo>
                    <a:pt x="391236" y="95529"/>
                  </a:lnTo>
                  <a:lnTo>
                    <a:pt x="391236" y="102069"/>
                  </a:lnTo>
                  <a:lnTo>
                    <a:pt x="389521" y="150634"/>
                  </a:lnTo>
                  <a:lnTo>
                    <a:pt x="379501" y="176276"/>
                  </a:lnTo>
                  <a:lnTo>
                    <a:pt x="353872" y="186283"/>
                  </a:lnTo>
                  <a:lnTo>
                    <a:pt x="305308" y="187998"/>
                  </a:lnTo>
                  <a:lnTo>
                    <a:pt x="298754" y="187998"/>
                  </a:lnTo>
                  <a:lnTo>
                    <a:pt x="293420" y="193332"/>
                  </a:lnTo>
                  <a:lnTo>
                    <a:pt x="293420" y="199885"/>
                  </a:lnTo>
                  <a:lnTo>
                    <a:pt x="293700" y="229247"/>
                  </a:lnTo>
                  <a:lnTo>
                    <a:pt x="290436" y="257009"/>
                  </a:lnTo>
                  <a:lnTo>
                    <a:pt x="277406" y="277698"/>
                  </a:lnTo>
                  <a:lnTo>
                    <a:pt x="248450" y="285813"/>
                  </a:lnTo>
                  <a:lnTo>
                    <a:pt x="231902" y="285813"/>
                  </a:lnTo>
                  <a:lnTo>
                    <a:pt x="202946" y="277698"/>
                  </a:lnTo>
                  <a:lnTo>
                    <a:pt x="202412" y="276847"/>
                  </a:lnTo>
                  <a:lnTo>
                    <a:pt x="189928" y="257009"/>
                  </a:lnTo>
                  <a:lnTo>
                    <a:pt x="186651" y="229247"/>
                  </a:lnTo>
                  <a:lnTo>
                    <a:pt x="186766" y="216674"/>
                  </a:lnTo>
                  <a:lnTo>
                    <a:pt x="186931" y="199885"/>
                  </a:lnTo>
                  <a:lnTo>
                    <a:pt x="186931" y="193332"/>
                  </a:lnTo>
                  <a:lnTo>
                    <a:pt x="181597" y="187998"/>
                  </a:lnTo>
                  <a:lnTo>
                    <a:pt x="175044" y="187998"/>
                  </a:lnTo>
                  <a:lnTo>
                    <a:pt x="126479" y="186283"/>
                  </a:lnTo>
                  <a:lnTo>
                    <a:pt x="100850" y="176276"/>
                  </a:lnTo>
                  <a:lnTo>
                    <a:pt x="90830" y="150634"/>
                  </a:lnTo>
                  <a:lnTo>
                    <a:pt x="89128" y="102069"/>
                  </a:lnTo>
                  <a:lnTo>
                    <a:pt x="89128" y="95529"/>
                  </a:lnTo>
                  <a:lnTo>
                    <a:pt x="83781" y="90195"/>
                  </a:lnTo>
                  <a:lnTo>
                    <a:pt x="5334" y="90195"/>
                  </a:lnTo>
                  <a:lnTo>
                    <a:pt x="0" y="95529"/>
                  </a:lnTo>
                  <a:lnTo>
                    <a:pt x="0" y="173977"/>
                  </a:lnTo>
                  <a:lnTo>
                    <a:pt x="5334" y="179311"/>
                  </a:lnTo>
                  <a:lnTo>
                    <a:pt x="11874" y="179311"/>
                  </a:lnTo>
                  <a:lnTo>
                    <a:pt x="60439" y="181025"/>
                  </a:lnTo>
                  <a:lnTo>
                    <a:pt x="86080" y="191046"/>
                  </a:lnTo>
                  <a:lnTo>
                    <a:pt x="96088" y="216674"/>
                  </a:lnTo>
                  <a:lnTo>
                    <a:pt x="97802" y="265239"/>
                  </a:lnTo>
                  <a:lnTo>
                    <a:pt x="97802" y="271792"/>
                  </a:lnTo>
                  <a:lnTo>
                    <a:pt x="103149" y="277126"/>
                  </a:lnTo>
                  <a:lnTo>
                    <a:pt x="109689" y="277126"/>
                  </a:lnTo>
                  <a:lnTo>
                    <a:pt x="139217" y="276872"/>
                  </a:lnTo>
                  <a:lnTo>
                    <a:pt x="166649" y="280123"/>
                  </a:lnTo>
                  <a:lnTo>
                    <a:pt x="166903" y="280123"/>
                  </a:lnTo>
                  <a:lnTo>
                    <a:pt x="187490" y="293141"/>
                  </a:lnTo>
                  <a:lnTo>
                    <a:pt x="195618" y="322097"/>
                  </a:lnTo>
                  <a:lnTo>
                    <a:pt x="195618" y="369595"/>
                  </a:lnTo>
                  <a:lnTo>
                    <a:pt x="197497" y="371475"/>
                  </a:lnTo>
                  <a:lnTo>
                    <a:pt x="282867" y="371475"/>
                  </a:lnTo>
                  <a:lnTo>
                    <a:pt x="284734" y="369595"/>
                  </a:lnTo>
                  <a:lnTo>
                    <a:pt x="284734" y="322097"/>
                  </a:lnTo>
                  <a:lnTo>
                    <a:pt x="292849" y="293141"/>
                  </a:lnTo>
                  <a:lnTo>
                    <a:pt x="304495" y="285813"/>
                  </a:lnTo>
                  <a:lnTo>
                    <a:pt x="313537" y="280123"/>
                  </a:lnTo>
                  <a:lnTo>
                    <a:pt x="341299" y="276847"/>
                  </a:lnTo>
                  <a:lnTo>
                    <a:pt x="370662" y="277126"/>
                  </a:lnTo>
                  <a:lnTo>
                    <a:pt x="377215" y="277126"/>
                  </a:lnTo>
                  <a:lnTo>
                    <a:pt x="377494" y="276847"/>
                  </a:lnTo>
                  <a:lnTo>
                    <a:pt x="382549" y="271792"/>
                  </a:lnTo>
                  <a:lnTo>
                    <a:pt x="382549" y="265239"/>
                  </a:lnTo>
                  <a:lnTo>
                    <a:pt x="384263" y="216674"/>
                  </a:lnTo>
                  <a:lnTo>
                    <a:pt x="394271" y="191046"/>
                  </a:lnTo>
                  <a:lnTo>
                    <a:pt x="419912" y="181025"/>
                  </a:lnTo>
                  <a:lnTo>
                    <a:pt x="468477" y="179311"/>
                  </a:lnTo>
                  <a:lnTo>
                    <a:pt x="475018" y="179311"/>
                  </a:lnTo>
                  <a:lnTo>
                    <a:pt x="476046" y="178282"/>
                  </a:lnTo>
                  <a:lnTo>
                    <a:pt x="476046" y="91224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84295" y="364400"/>
              <a:ext cx="464820" cy="356235"/>
            </a:xfrm>
            <a:custGeom>
              <a:avLst/>
              <a:gdLst/>
              <a:ahLst/>
              <a:cxnLst/>
              <a:rect l="l" t="t" r="r" b="b"/>
              <a:pathLst>
                <a:path w="464819" h="356234">
                  <a:moveTo>
                    <a:pt x="464451" y="285280"/>
                  </a:moveTo>
                  <a:lnTo>
                    <a:pt x="0" y="285280"/>
                  </a:lnTo>
                  <a:lnTo>
                    <a:pt x="0" y="356158"/>
                  </a:lnTo>
                  <a:lnTo>
                    <a:pt x="464451" y="356158"/>
                  </a:lnTo>
                  <a:lnTo>
                    <a:pt x="464451" y="285280"/>
                  </a:lnTo>
                  <a:close/>
                </a:path>
                <a:path w="464819" h="356234">
                  <a:moveTo>
                    <a:pt x="464451" y="142468"/>
                  </a:moveTo>
                  <a:lnTo>
                    <a:pt x="0" y="142468"/>
                  </a:lnTo>
                  <a:lnTo>
                    <a:pt x="0" y="213347"/>
                  </a:lnTo>
                  <a:lnTo>
                    <a:pt x="464451" y="213347"/>
                  </a:lnTo>
                  <a:lnTo>
                    <a:pt x="464451" y="142468"/>
                  </a:lnTo>
                  <a:close/>
                </a:path>
                <a:path w="464819" h="356234">
                  <a:moveTo>
                    <a:pt x="464451" y="0"/>
                  </a:moveTo>
                  <a:lnTo>
                    <a:pt x="0" y="0"/>
                  </a:lnTo>
                  <a:lnTo>
                    <a:pt x="0" y="70878"/>
                  </a:lnTo>
                  <a:lnTo>
                    <a:pt x="464451" y="70878"/>
                  </a:lnTo>
                  <a:lnTo>
                    <a:pt x="46445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39590" y="6286815"/>
              <a:ext cx="1209040" cy="1209040"/>
            </a:xfrm>
            <a:custGeom>
              <a:avLst/>
              <a:gdLst/>
              <a:ahLst/>
              <a:cxnLst/>
              <a:rect l="l" t="t" r="r" b="b"/>
              <a:pathLst>
                <a:path w="1209040" h="1209040">
                  <a:moveTo>
                    <a:pt x="699219" y="502489"/>
                  </a:moveTo>
                  <a:lnTo>
                    <a:pt x="502490" y="502489"/>
                  </a:lnTo>
                  <a:lnTo>
                    <a:pt x="312871" y="40293"/>
                  </a:lnTo>
                  <a:lnTo>
                    <a:pt x="410050" y="0"/>
                  </a:lnTo>
                  <a:lnTo>
                    <a:pt x="602039" y="462195"/>
                  </a:lnTo>
                  <a:lnTo>
                    <a:pt x="715957" y="462195"/>
                  </a:lnTo>
                  <a:lnTo>
                    <a:pt x="699219" y="502489"/>
                  </a:lnTo>
                  <a:close/>
                </a:path>
                <a:path w="1209040" h="1209040">
                  <a:moveTo>
                    <a:pt x="715957" y="462195"/>
                  </a:moveTo>
                  <a:lnTo>
                    <a:pt x="602039" y="462195"/>
                  </a:lnTo>
                  <a:lnTo>
                    <a:pt x="794028" y="0"/>
                  </a:lnTo>
                  <a:lnTo>
                    <a:pt x="891208" y="40293"/>
                  </a:lnTo>
                  <a:lnTo>
                    <a:pt x="715957" y="462195"/>
                  </a:lnTo>
                  <a:close/>
                </a:path>
                <a:path w="1209040" h="1209040">
                  <a:moveTo>
                    <a:pt x="983997" y="502489"/>
                  </a:moveTo>
                  <a:lnTo>
                    <a:pt x="699219" y="502489"/>
                  </a:lnTo>
                  <a:lnTo>
                    <a:pt x="1163784" y="310500"/>
                  </a:lnTo>
                  <a:lnTo>
                    <a:pt x="1208819" y="410050"/>
                  </a:lnTo>
                  <a:lnTo>
                    <a:pt x="983997" y="502489"/>
                  </a:lnTo>
                  <a:close/>
                </a:path>
                <a:path w="1209040" h="1209040">
                  <a:moveTo>
                    <a:pt x="40293" y="891208"/>
                  </a:moveTo>
                  <a:lnTo>
                    <a:pt x="0" y="794028"/>
                  </a:lnTo>
                  <a:lnTo>
                    <a:pt x="462195" y="602039"/>
                  </a:lnTo>
                  <a:lnTo>
                    <a:pt x="0" y="410050"/>
                  </a:lnTo>
                  <a:lnTo>
                    <a:pt x="40293" y="312871"/>
                  </a:lnTo>
                  <a:lnTo>
                    <a:pt x="502490" y="502489"/>
                  </a:lnTo>
                  <a:lnTo>
                    <a:pt x="983997" y="502489"/>
                  </a:lnTo>
                  <a:lnTo>
                    <a:pt x="741883" y="602039"/>
                  </a:lnTo>
                  <a:lnTo>
                    <a:pt x="978233" y="699219"/>
                  </a:lnTo>
                  <a:lnTo>
                    <a:pt x="502490" y="699219"/>
                  </a:lnTo>
                  <a:lnTo>
                    <a:pt x="40293" y="891208"/>
                  </a:lnTo>
                  <a:close/>
                </a:path>
                <a:path w="1209040" h="1209040">
                  <a:moveTo>
                    <a:pt x="410050" y="1208819"/>
                  </a:moveTo>
                  <a:lnTo>
                    <a:pt x="312871" y="1163784"/>
                  </a:lnTo>
                  <a:lnTo>
                    <a:pt x="502490" y="699219"/>
                  </a:lnTo>
                  <a:lnTo>
                    <a:pt x="699219" y="699219"/>
                  </a:lnTo>
                  <a:lnTo>
                    <a:pt x="716850" y="741882"/>
                  </a:lnTo>
                  <a:lnTo>
                    <a:pt x="602039" y="741882"/>
                  </a:lnTo>
                  <a:lnTo>
                    <a:pt x="410050" y="1208819"/>
                  </a:lnTo>
                  <a:close/>
                </a:path>
                <a:path w="1209040" h="1209040">
                  <a:moveTo>
                    <a:pt x="1163784" y="891208"/>
                  </a:moveTo>
                  <a:lnTo>
                    <a:pt x="699219" y="699219"/>
                  </a:lnTo>
                  <a:lnTo>
                    <a:pt x="978233" y="699219"/>
                  </a:lnTo>
                  <a:lnTo>
                    <a:pt x="1208819" y="794028"/>
                  </a:lnTo>
                  <a:lnTo>
                    <a:pt x="1163784" y="891208"/>
                  </a:lnTo>
                  <a:close/>
                </a:path>
                <a:path w="1209040" h="1209040">
                  <a:moveTo>
                    <a:pt x="794028" y="1208819"/>
                  </a:moveTo>
                  <a:lnTo>
                    <a:pt x="602039" y="741882"/>
                  </a:lnTo>
                  <a:lnTo>
                    <a:pt x="716850" y="741882"/>
                  </a:lnTo>
                  <a:lnTo>
                    <a:pt x="891208" y="1163784"/>
                  </a:lnTo>
                  <a:lnTo>
                    <a:pt x="794028" y="1208819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104" y="2608023"/>
              <a:ext cx="8277224" cy="32384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48630" y="2587322"/>
              <a:ext cx="8183769" cy="32592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2563" y="359825"/>
            <a:ext cx="9124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40" dirty="0">
                <a:solidFill>
                  <a:srgbClr val="E7E7E7"/>
                </a:solidFill>
                <a:latin typeface="Verdana"/>
                <a:cs typeface="Verdana"/>
              </a:rPr>
              <a:t>ABOUT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09007" y="359825"/>
            <a:ext cx="12560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55" dirty="0">
                <a:solidFill>
                  <a:srgbClr val="E7E7E7"/>
                </a:solidFill>
                <a:latin typeface="Tahoma"/>
                <a:cs typeface="Tahoma"/>
              </a:rPr>
              <a:t>CONTENT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0709" y="7371803"/>
            <a:ext cx="7926705" cy="143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4770" marR="5080" indent="-1322705">
              <a:lnSpc>
                <a:spcPct val="115599"/>
              </a:lnSpc>
              <a:spcBef>
                <a:spcPts val="100"/>
              </a:spcBef>
            </a:pPr>
            <a:r>
              <a:rPr sz="4000" spc="-65" dirty="0">
                <a:solidFill>
                  <a:srgbClr val="E7E7E7"/>
                </a:solidFill>
                <a:latin typeface="Verdana"/>
                <a:cs typeface="Verdana"/>
              </a:rPr>
              <a:t>"Used</a:t>
            </a:r>
            <a:r>
              <a:rPr sz="4000" spc="-37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50" dirty="0">
                <a:solidFill>
                  <a:srgbClr val="E7E7E7"/>
                </a:solidFill>
                <a:latin typeface="Verdana"/>
                <a:cs typeface="Verdana"/>
              </a:rPr>
              <a:t>COUNT(*)</a:t>
            </a:r>
            <a:r>
              <a:rPr sz="4000" spc="-37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4000" spc="-37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30" dirty="0">
                <a:solidFill>
                  <a:srgbClr val="E7E7E7"/>
                </a:solidFill>
                <a:latin typeface="Verdana"/>
                <a:cs typeface="Verdana"/>
              </a:rPr>
              <a:t>calculate</a:t>
            </a:r>
            <a:r>
              <a:rPr sz="4000" spc="-37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the 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total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90" dirty="0">
                <a:solidFill>
                  <a:srgbClr val="E7E7E7"/>
                </a:solidFill>
                <a:latin typeface="Verdana"/>
                <a:cs typeface="Verdana"/>
              </a:rPr>
              <a:t>volume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65" dirty="0">
                <a:solidFill>
                  <a:srgbClr val="E7E7E7"/>
                </a:solidFill>
                <a:latin typeface="Verdana"/>
                <a:cs typeface="Verdana"/>
              </a:rPr>
              <a:t>of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90" dirty="0">
                <a:solidFill>
                  <a:srgbClr val="E7E7E7"/>
                </a:solidFill>
                <a:latin typeface="Verdana"/>
                <a:cs typeface="Verdana"/>
              </a:rPr>
              <a:t>d</a:t>
            </a:r>
            <a:r>
              <a:rPr sz="4000" spc="60" dirty="0">
                <a:solidFill>
                  <a:srgbClr val="E7E7E7"/>
                </a:solidFill>
                <a:latin typeface="Verdana"/>
                <a:cs typeface="Verdana"/>
              </a:rPr>
              <a:t>a</a:t>
            </a:r>
            <a:r>
              <a:rPr sz="4000" spc="90" dirty="0">
                <a:solidFill>
                  <a:srgbClr val="E7E7E7"/>
                </a:solidFill>
                <a:latin typeface="Verdana"/>
                <a:cs typeface="Verdana"/>
              </a:rPr>
              <a:t>t</a:t>
            </a:r>
            <a:r>
              <a:rPr sz="4000" spc="200" dirty="0">
                <a:solidFill>
                  <a:srgbClr val="E7E7E7"/>
                </a:solidFill>
                <a:latin typeface="Verdana"/>
                <a:cs typeface="Verdana"/>
              </a:rPr>
              <a:t>a</a:t>
            </a:r>
            <a:r>
              <a:rPr sz="4000" spc="-595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4000" spc="95" dirty="0">
                <a:solidFill>
                  <a:srgbClr val="E7E7E7"/>
                </a:solidFill>
                <a:latin typeface="Verdana"/>
                <a:cs typeface="Verdana"/>
              </a:rPr>
              <a:t>"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74224" y="7371803"/>
            <a:ext cx="7886065" cy="213995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sz="4000" spc="-65" dirty="0">
                <a:solidFill>
                  <a:srgbClr val="E7E7E7"/>
                </a:solidFill>
                <a:latin typeface="Verdana"/>
                <a:cs typeface="Verdana"/>
              </a:rPr>
              <a:t>"Used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50" dirty="0">
                <a:solidFill>
                  <a:srgbClr val="E7E7E7"/>
                </a:solidFill>
                <a:latin typeface="Verdana"/>
                <a:cs typeface="Verdana"/>
              </a:rPr>
              <a:t>GROUP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10" dirty="0">
                <a:solidFill>
                  <a:srgbClr val="E7E7E7"/>
                </a:solidFill>
                <a:latin typeface="Verdana"/>
                <a:cs typeface="Verdana"/>
              </a:rPr>
              <a:t>BY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75" dirty="0">
                <a:solidFill>
                  <a:srgbClr val="E7E7E7"/>
                </a:solidFill>
                <a:latin typeface="Verdana"/>
                <a:cs typeface="Verdana"/>
              </a:rPr>
              <a:t>and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20" dirty="0">
                <a:solidFill>
                  <a:srgbClr val="E7E7E7"/>
                </a:solidFill>
                <a:latin typeface="Verdana"/>
                <a:cs typeface="Verdana"/>
              </a:rPr>
              <a:t>ORDER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BY</a:t>
            </a:r>
            <a:endParaRPr sz="4000">
              <a:latin typeface="Verdana"/>
              <a:cs typeface="Verdana"/>
            </a:endParaRPr>
          </a:p>
          <a:p>
            <a:pPr marL="927735" marR="920115" algn="ctr">
              <a:lnSpc>
                <a:spcPct val="115599"/>
              </a:lnSpc>
            </a:pPr>
            <a:r>
              <a:rPr sz="4000" spc="-135" dirty="0">
                <a:solidFill>
                  <a:srgbClr val="E7E7E7"/>
                </a:solidFill>
                <a:latin typeface="Verdana"/>
                <a:cs typeface="Verdana"/>
              </a:rPr>
              <a:t>DESC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95" dirty="0">
                <a:solidFill>
                  <a:srgbClr val="E7E7E7"/>
                </a:solidFill>
                <a:latin typeface="Verdana"/>
                <a:cs typeface="Verdana"/>
              </a:rPr>
              <a:t>rank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45" dirty="0">
                <a:solidFill>
                  <a:srgbClr val="E7E7E7"/>
                </a:solidFill>
                <a:latin typeface="Verdana"/>
                <a:cs typeface="Verdana"/>
              </a:rPr>
              <a:t>the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55" dirty="0">
                <a:solidFill>
                  <a:srgbClr val="E7E7E7"/>
                </a:solidFill>
                <a:latin typeface="Verdana"/>
                <a:cs typeface="Verdana"/>
              </a:rPr>
              <a:t>leading 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manu</a:t>
            </a:r>
            <a:r>
              <a:rPr sz="4000" spc="-35" dirty="0">
                <a:solidFill>
                  <a:srgbClr val="E7E7E7"/>
                </a:solidFill>
                <a:latin typeface="Verdana"/>
                <a:cs typeface="Verdana"/>
              </a:rPr>
              <a:t>f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a</a:t>
            </a:r>
            <a:r>
              <a:rPr sz="4000" spc="-20" dirty="0">
                <a:solidFill>
                  <a:srgbClr val="E7E7E7"/>
                </a:solidFill>
                <a:latin typeface="Verdana"/>
                <a:cs typeface="Verdana"/>
              </a:rPr>
              <a:t>ct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u</a:t>
            </a:r>
            <a:r>
              <a:rPr sz="4000" spc="-80" dirty="0">
                <a:solidFill>
                  <a:srgbClr val="E7E7E7"/>
                </a:solidFill>
                <a:latin typeface="Verdana"/>
                <a:cs typeface="Verdana"/>
              </a:rPr>
              <a:t>r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er</a:t>
            </a:r>
            <a:r>
              <a:rPr sz="4000" spc="-70" dirty="0">
                <a:solidFill>
                  <a:srgbClr val="E7E7E7"/>
                </a:solidFill>
                <a:latin typeface="Verdana"/>
                <a:cs typeface="Verdana"/>
              </a:rPr>
              <a:t>s</a:t>
            </a:r>
            <a:r>
              <a:rPr sz="4000" spc="-705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4000" spc="-15" dirty="0">
                <a:solidFill>
                  <a:srgbClr val="E7E7E7"/>
                </a:solidFill>
                <a:latin typeface="Verdana"/>
                <a:cs typeface="Verdana"/>
              </a:rPr>
              <a:t>"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2FEFCA34-D3AD-916B-3C5B-28AE635FA92C}"/>
              </a:ext>
            </a:extLst>
          </p:cNvPr>
          <p:cNvSpPr txBox="1"/>
          <p:nvPr/>
        </p:nvSpPr>
        <p:spPr>
          <a:xfrm>
            <a:off x="491555" y="1717182"/>
            <a:ext cx="766184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445" dirty="0">
                <a:solidFill>
                  <a:srgbClr val="E7E7E7"/>
                </a:solidFill>
                <a:latin typeface="Arial Black"/>
                <a:cs typeface="Arial Black"/>
              </a:rPr>
              <a:t>SQL server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3407" y="0"/>
              <a:ext cx="11576303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0088" y="3352800"/>
              <a:ext cx="8604503" cy="68000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024741"/>
              <a:ext cx="18288000" cy="27305"/>
            </a:xfrm>
            <a:custGeom>
              <a:avLst/>
              <a:gdLst/>
              <a:ahLst/>
              <a:cxnLst/>
              <a:rect l="l" t="t" r="r" b="b"/>
              <a:pathLst>
                <a:path w="18288000" h="27305">
                  <a:moveTo>
                    <a:pt x="0" y="26702"/>
                  </a:moveTo>
                  <a:lnTo>
                    <a:pt x="0" y="17177"/>
                  </a:lnTo>
                  <a:lnTo>
                    <a:pt x="18287999" y="0"/>
                  </a:lnTo>
                  <a:lnTo>
                    <a:pt x="18287999" y="9525"/>
                  </a:lnTo>
                  <a:lnTo>
                    <a:pt x="0" y="2670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083" y="364400"/>
              <a:ext cx="476250" cy="371475"/>
            </a:xfrm>
            <a:custGeom>
              <a:avLst/>
              <a:gdLst/>
              <a:ahLst/>
              <a:cxnLst/>
              <a:rect l="l" t="t" r="r" b="b"/>
              <a:pathLst>
                <a:path w="476250" h="371475">
                  <a:moveTo>
                    <a:pt x="382727" y="5334"/>
                  </a:moveTo>
                  <a:lnTo>
                    <a:pt x="377393" y="0"/>
                  </a:lnTo>
                  <a:lnTo>
                    <a:pt x="298259" y="0"/>
                  </a:lnTo>
                  <a:lnTo>
                    <a:pt x="292912" y="5334"/>
                  </a:lnTo>
                  <a:lnTo>
                    <a:pt x="292912" y="55638"/>
                  </a:lnTo>
                  <a:lnTo>
                    <a:pt x="289598" y="72390"/>
                  </a:lnTo>
                  <a:lnTo>
                    <a:pt x="282105" y="86067"/>
                  </a:lnTo>
                  <a:lnTo>
                    <a:pt x="268897" y="95300"/>
                  </a:lnTo>
                  <a:lnTo>
                    <a:pt x="248386" y="98691"/>
                  </a:lnTo>
                  <a:lnTo>
                    <a:pt x="231825" y="98691"/>
                  </a:lnTo>
                  <a:lnTo>
                    <a:pt x="211632" y="95427"/>
                  </a:lnTo>
                  <a:lnTo>
                    <a:pt x="198501" y="86525"/>
                  </a:lnTo>
                  <a:lnTo>
                    <a:pt x="190919" y="73279"/>
                  </a:lnTo>
                  <a:lnTo>
                    <a:pt x="187439" y="57010"/>
                  </a:lnTo>
                  <a:lnTo>
                    <a:pt x="187439" y="5334"/>
                  </a:lnTo>
                  <a:lnTo>
                    <a:pt x="182092" y="0"/>
                  </a:lnTo>
                  <a:lnTo>
                    <a:pt x="109499" y="0"/>
                  </a:lnTo>
                  <a:lnTo>
                    <a:pt x="102958" y="0"/>
                  </a:lnTo>
                  <a:lnTo>
                    <a:pt x="97624" y="5334"/>
                  </a:lnTo>
                  <a:lnTo>
                    <a:pt x="97624" y="84467"/>
                  </a:lnTo>
                  <a:lnTo>
                    <a:pt x="102958" y="89814"/>
                  </a:lnTo>
                  <a:lnTo>
                    <a:pt x="115658" y="89814"/>
                  </a:lnTo>
                  <a:lnTo>
                    <a:pt x="115519" y="89954"/>
                  </a:lnTo>
                  <a:lnTo>
                    <a:pt x="124333" y="89814"/>
                  </a:lnTo>
                  <a:lnTo>
                    <a:pt x="142163" y="89814"/>
                  </a:lnTo>
                  <a:lnTo>
                    <a:pt x="162445" y="91948"/>
                  </a:lnTo>
                  <a:lnTo>
                    <a:pt x="179476" y="98628"/>
                  </a:lnTo>
                  <a:lnTo>
                    <a:pt x="191185" y="112191"/>
                  </a:lnTo>
                  <a:lnTo>
                    <a:pt x="195541" y="134975"/>
                  </a:lnTo>
                  <a:lnTo>
                    <a:pt x="195541" y="182473"/>
                  </a:lnTo>
                  <a:lnTo>
                    <a:pt x="200875" y="187820"/>
                  </a:lnTo>
                  <a:lnTo>
                    <a:pt x="279323" y="187820"/>
                  </a:lnTo>
                  <a:lnTo>
                    <a:pt x="284670" y="182473"/>
                  </a:lnTo>
                  <a:lnTo>
                    <a:pt x="284670" y="134975"/>
                  </a:lnTo>
                  <a:lnTo>
                    <a:pt x="289001" y="112268"/>
                  </a:lnTo>
                  <a:lnTo>
                    <a:pt x="300634" y="98704"/>
                  </a:lnTo>
                  <a:lnTo>
                    <a:pt x="317538" y="91986"/>
                  </a:lnTo>
                  <a:lnTo>
                    <a:pt x="337654" y="89814"/>
                  </a:lnTo>
                  <a:lnTo>
                    <a:pt x="356171" y="89814"/>
                  </a:lnTo>
                  <a:lnTo>
                    <a:pt x="361073" y="89903"/>
                  </a:lnTo>
                  <a:lnTo>
                    <a:pt x="365912" y="90004"/>
                  </a:lnTo>
                  <a:lnTo>
                    <a:pt x="373354" y="90004"/>
                  </a:lnTo>
                  <a:lnTo>
                    <a:pt x="375907" y="89052"/>
                  </a:lnTo>
                  <a:lnTo>
                    <a:pt x="377939" y="87464"/>
                  </a:lnTo>
                  <a:lnTo>
                    <a:pt x="380834" y="85280"/>
                  </a:lnTo>
                  <a:lnTo>
                    <a:pt x="382727" y="81813"/>
                  </a:lnTo>
                  <a:lnTo>
                    <a:pt x="382727" y="5334"/>
                  </a:lnTo>
                  <a:close/>
                </a:path>
                <a:path w="476250" h="371475">
                  <a:moveTo>
                    <a:pt x="476046" y="91224"/>
                  </a:moveTo>
                  <a:lnTo>
                    <a:pt x="475018" y="90195"/>
                  </a:lnTo>
                  <a:lnTo>
                    <a:pt x="396570" y="90195"/>
                  </a:lnTo>
                  <a:lnTo>
                    <a:pt x="391236" y="95529"/>
                  </a:lnTo>
                  <a:lnTo>
                    <a:pt x="391236" y="102069"/>
                  </a:lnTo>
                  <a:lnTo>
                    <a:pt x="389521" y="150634"/>
                  </a:lnTo>
                  <a:lnTo>
                    <a:pt x="379501" y="176276"/>
                  </a:lnTo>
                  <a:lnTo>
                    <a:pt x="353872" y="186283"/>
                  </a:lnTo>
                  <a:lnTo>
                    <a:pt x="305308" y="187998"/>
                  </a:lnTo>
                  <a:lnTo>
                    <a:pt x="298754" y="187998"/>
                  </a:lnTo>
                  <a:lnTo>
                    <a:pt x="293420" y="193332"/>
                  </a:lnTo>
                  <a:lnTo>
                    <a:pt x="293420" y="199885"/>
                  </a:lnTo>
                  <a:lnTo>
                    <a:pt x="293700" y="229247"/>
                  </a:lnTo>
                  <a:lnTo>
                    <a:pt x="290436" y="257009"/>
                  </a:lnTo>
                  <a:lnTo>
                    <a:pt x="277406" y="277698"/>
                  </a:lnTo>
                  <a:lnTo>
                    <a:pt x="248450" y="285813"/>
                  </a:lnTo>
                  <a:lnTo>
                    <a:pt x="231902" y="285813"/>
                  </a:lnTo>
                  <a:lnTo>
                    <a:pt x="202946" y="277698"/>
                  </a:lnTo>
                  <a:lnTo>
                    <a:pt x="202412" y="276847"/>
                  </a:lnTo>
                  <a:lnTo>
                    <a:pt x="189928" y="257009"/>
                  </a:lnTo>
                  <a:lnTo>
                    <a:pt x="186651" y="229247"/>
                  </a:lnTo>
                  <a:lnTo>
                    <a:pt x="186766" y="216674"/>
                  </a:lnTo>
                  <a:lnTo>
                    <a:pt x="186931" y="199885"/>
                  </a:lnTo>
                  <a:lnTo>
                    <a:pt x="186931" y="193332"/>
                  </a:lnTo>
                  <a:lnTo>
                    <a:pt x="181597" y="187998"/>
                  </a:lnTo>
                  <a:lnTo>
                    <a:pt x="175044" y="187998"/>
                  </a:lnTo>
                  <a:lnTo>
                    <a:pt x="126479" y="186283"/>
                  </a:lnTo>
                  <a:lnTo>
                    <a:pt x="100850" y="176276"/>
                  </a:lnTo>
                  <a:lnTo>
                    <a:pt x="90830" y="150634"/>
                  </a:lnTo>
                  <a:lnTo>
                    <a:pt x="89128" y="102069"/>
                  </a:lnTo>
                  <a:lnTo>
                    <a:pt x="89128" y="95529"/>
                  </a:lnTo>
                  <a:lnTo>
                    <a:pt x="83781" y="90195"/>
                  </a:lnTo>
                  <a:lnTo>
                    <a:pt x="5334" y="90195"/>
                  </a:lnTo>
                  <a:lnTo>
                    <a:pt x="0" y="95529"/>
                  </a:lnTo>
                  <a:lnTo>
                    <a:pt x="0" y="173977"/>
                  </a:lnTo>
                  <a:lnTo>
                    <a:pt x="5334" y="179311"/>
                  </a:lnTo>
                  <a:lnTo>
                    <a:pt x="11874" y="179311"/>
                  </a:lnTo>
                  <a:lnTo>
                    <a:pt x="60439" y="181025"/>
                  </a:lnTo>
                  <a:lnTo>
                    <a:pt x="86080" y="191046"/>
                  </a:lnTo>
                  <a:lnTo>
                    <a:pt x="96088" y="216674"/>
                  </a:lnTo>
                  <a:lnTo>
                    <a:pt x="97802" y="265239"/>
                  </a:lnTo>
                  <a:lnTo>
                    <a:pt x="97802" y="271792"/>
                  </a:lnTo>
                  <a:lnTo>
                    <a:pt x="103149" y="277126"/>
                  </a:lnTo>
                  <a:lnTo>
                    <a:pt x="109689" y="277126"/>
                  </a:lnTo>
                  <a:lnTo>
                    <a:pt x="139217" y="276872"/>
                  </a:lnTo>
                  <a:lnTo>
                    <a:pt x="166649" y="280123"/>
                  </a:lnTo>
                  <a:lnTo>
                    <a:pt x="166903" y="280123"/>
                  </a:lnTo>
                  <a:lnTo>
                    <a:pt x="187490" y="293141"/>
                  </a:lnTo>
                  <a:lnTo>
                    <a:pt x="195618" y="322097"/>
                  </a:lnTo>
                  <a:lnTo>
                    <a:pt x="195618" y="369595"/>
                  </a:lnTo>
                  <a:lnTo>
                    <a:pt x="197497" y="371475"/>
                  </a:lnTo>
                  <a:lnTo>
                    <a:pt x="282867" y="371475"/>
                  </a:lnTo>
                  <a:lnTo>
                    <a:pt x="284734" y="369595"/>
                  </a:lnTo>
                  <a:lnTo>
                    <a:pt x="284734" y="322097"/>
                  </a:lnTo>
                  <a:lnTo>
                    <a:pt x="292849" y="293141"/>
                  </a:lnTo>
                  <a:lnTo>
                    <a:pt x="304495" y="285813"/>
                  </a:lnTo>
                  <a:lnTo>
                    <a:pt x="313537" y="280123"/>
                  </a:lnTo>
                  <a:lnTo>
                    <a:pt x="341299" y="276847"/>
                  </a:lnTo>
                  <a:lnTo>
                    <a:pt x="370662" y="277126"/>
                  </a:lnTo>
                  <a:lnTo>
                    <a:pt x="377215" y="277126"/>
                  </a:lnTo>
                  <a:lnTo>
                    <a:pt x="377494" y="276847"/>
                  </a:lnTo>
                  <a:lnTo>
                    <a:pt x="382549" y="271792"/>
                  </a:lnTo>
                  <a:lnTo>
                    <a:pt x="382549" y="265239"/>
                  </a:lnTo>
                  <a:lnTo>
                    <a:pt x="384263" y="216674"/>
                  </a:lnTo>
                  <a:lnTo>
                    <a:pt x="394271" y="191046"/>
                  </a:lnTo>
                  <a:lnTo>
                    <a:pt x="419912" y="181025"/>
                  </a:lnTo>
                  <a:lnTo>
                    <a:pt x="468477" y="179311"/>
                  </a:lnTo>
                  <a:lnTo>
                    <a:pt x="475018" y="179311"/>
                  </a:lnTo>
                  <a:lnTo>
                    <a:pt x="476046" y="178282"/>
                  </a:lnTo>
                  <a:lnTo>
                    <a:pt x="476046" y="91224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84295" y="364400"/>
              <a:ext cx="464820" cy="356235"/>
            </a:xfrm>
            <a:custGeom>
              <a:avLst/>
              <a:gdLst/>
              <a:ahLst/>
              <a:cxnLst/>
              <a:rect l="l" t="t" r="r" b="b"/>
              <a:pathLst>
                <a:path w="464819" h="356234">
                  <a:moveTo>
                    <a:pt x="464451" y="285280"/>
                  </a:moveTo>
                  <a:lnTo>
                    <a:pt x="0" y="285280"/>
                  </a:lnTo>
                  <a:lnTo>
                    <a:pt x="0" y="356158"/>
                  </a:lnTo>
                  <a:lnTo>
                    <a:pt x="464451" y="356158"/>
                  </a:lnTo>
                  <a:lnTo>
                    <a:pt x="464451" y="285280"/>
                  </a:lnTo>
                  <a:close/>
                </a:path>
                <a:path w="464819" h="356234">
                  <a:moveTo>
                    <a:pt x="464451" y="142468"/>
                  </a:moveTo>
                  <a:lnTo>
                    <a:pt x="0" y="142468"/>
                  </a:lnTo>
                  <a:lnTo>
                    <a:pt x="0" y="213347"/>
                  </a:lnTo>
                  <a:lnTo>
                    <a:pt x="464451" y="213347"/>
                  </a:lnTo>
                  <a:lnTo>
                    <a:pt x="464451" y="142468"/>
                  </a:lnTo>
                  <a:close/>
                </a:path>
                <a:path w="464819" h="356234">
                  <a:moveTo>
                    <a:pt x="464451" y="0"/>
                  </a:moveTo>
                  <a:lnTo>
                    <a:pt x="0" y="0"/>
                  </a:lnTo>
                  <a:lnTo>
                    <a:pt x="0" y="70878"/>
                  </a:lnTo>
                  <a:lnTo>
                    <a:pt x="464451" y="70878"/>
                  </a:lnTo>
                  <a:lnTo>
                    <a:pt x="46445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32008" y="8875435"/>
              <a:ext cx="2219325" cy="762000"/>
            </a:xfrm>
            <a:custGeom>
              <a:avLst/>
              <a:gdLst/>
              <a:ahLst/>
              <a:cxnLst/>
              <a:rect l="l" t="t" r="r" b="b"/>
              <a:pathLst>
                <a:path w="2219325" h="762000">
                  <a:moveTo>
                    <a:pt x="2219324" y="439543"/>
                  </a:moveTo>
                  <a:lnTo>
                    <a:pt x="2212245" y="477129"/>
                  </a:lnTo>
                  <a:lnTo>
                    <a:pt x="2198168" y="521235"/>
                  </a:lnTo>
                  <a:lnTo>
                    <a:pt x="2179081" y="562843"/>
                  </a:lnTo>
                  <a:lnTo>
                    <a:pt x="2155343" y="601594"/>
                  </a:lnTo>
                  <a:lnTo>
                    <a:pt x="2127314" y="637130"/>
                  </a:lnTo>
                  <a:lnTo>
                    <a:pt x="2095352" y="669092"/>
                  </a:lnTo>
                  <a:lnTo>
                    <a:pt x="2059816" y="697121"/>
                  </a:lnTo>
                  <a:lnTo>
                    <a:pt x="2021064" y="720859"/>
                  </a:lnTo>
                  <a:lnTo>
                    <a:pt x="1979456" y="739946"/>
                  </a:lnTo>
                  <a:lnTo>
                    <a:pt x="1935351" y="754024"/>
                  </a:lnTo>
                  <a:lnTo>
                    <a:pt x="1893004" y="761999"/>
                  </a:lnTo>
                </a:path>
                <a:path w="2219325" h="762000">
                  <a:moveTo>
                    <a:pt x="330934" y="761999"/>
                  </a:moveTo>
                  <a:lnTo>
                    <a:pt x="288586" y="754024"/>
                  </a:lnTo>
                  <a:lnTo>
                    <a:pt x="244480" y="739946"/>
                  </a:lnTo>
                  <a:lnTo>
                    <a:pt x="202873" y="720859"/>
                  </a:lnTo>
                  <a:lnTo>
                    <a:pt x="164121" y="697121"/>
                  </a:lnTo>
                  <a:lnTo>
                    <a:pt x="128585" y="669092"/>
                  </a:lnTo>
                  <a:lnTo>
                    <a:pt x="96623" y="637130"/>
                  </a:lnTo>
                  <a:lnTo>
                    <a:pt x="68594" y="601594"/>
                  </a:lnTo>
                  <a:lnTo>
                    <a:pt x="44857" y="562842"/>
                  </a:lnTo>
                  <a:lnTo>
                    <a:pt x="25770" y="521234"/>
                  </a:lnTo>
                  <a:lnTo>
                    <a:pt x="11692" y="477129"/>
                  </a:lnTo>
                  <a:lnTo>
                    <a:pt x="2982" y="430884"/>
                  </a:lnTo>
                  <a:lnTo>
                    <a:pt x="0" y="382860"/>
                  </a:lnTo>
                  <a:lnTo>
                    <a:pt x="2983" y="334835"/>
                  </a:lnTo>
                  <a:lnTo>
                    <a:pt x="11692" y="288591"/>
                  </a:lnTo>
                  <a:lnTo>
                    <a:pt x="25770" y="244485"/>
                  </a:lnTo>
                  <a:lnTo>
                    <a:pt x="44857" y="202877"/>
                  </a:lnTo>
                  <a:lnTo>
                    <a:pt x="68595" y="164126"/>
                  </a:lnTo>
                  <a:lnTo>
                    <a:pt x="96624" y="128590"/>
                  </a:lnTo>
                  <a:lnTo>
                    <a:pt x="128586" y="96628"/>
                  </a:lnTo>
                  <a:lnTo>
                    <a:pt x="164122" y="68599"/>
                  </a:lnTo>
                  <a:lnTo>
                    <a:pt x="202873" y="44862"/>
                  </a:lnTo>
                  <a:lnTo>
                    <a:pt x="244481" y="25775"/>
                  </a:lnTo>
                  <a:lnTo>
                    <a:pt x="288586" y="11697"/>
                  </a:lnTo>
                  <a:lnTo>
                    <a:pt x="334831" y="2987"/>
                  </a:lnTo>
                  <a:lnTo>
                    <a:pt x="382855" y="0"/>
                  </a:lnTo>
                  <a:lnTo>
                    <a:pt x="1841082" y="0"/>
                  </a:lnTo>
                  <a:lnTo>
                    <a:pt x="1889106" y="2987"/>
                  </a:lnTo>
                  <a:lnTo>
                    <a:pt x="1935351" y="11697"/>
                  </a:lnTo>
                  <a:lnTo>
                    <a:pt x="1979456" y="25774"/>
                  </a:lnTo>
                  <a:lnTo>
                    <a:pt x="2021064" y="44861"/>
                  </a:lnTo>
                  <a:lnTo>
                    <a:pt x="2059815" y="68599"/>
                  </a:lnTo>
                  <a:lnTo>
                    <a:pt x="2095351" y="96628"/>
                  </a:lnTo>
                  <a:lnTo>
                    <a:pt x="2127313" y="128590"/>
                  </a:lnTo>
                  <a:lnTo>
                    <a:pt x="2155343" y="164126"/>
                  </a:lnTo>
                  <a:lnTo>
                    <a:pt x="2179080" y="202877"/>
                  </a:lnTo>
                  <a:lnTo>
                    <a:pt x="2198167" y="244485"/>
                  </a:lnTo>
                  <a:lnTo>
                    <a:pt x="2212245" y="288590"/>
                  </a:lnTo>
                  <a:lnTo>
                    <a:pt x="2219324" y="326177"/>
                  </a:lnTo>
                </a:path>
              </a:pathLst>
            </a:custGeom>
            <a:ln w="38099">
              <a:solidFill>
                <a:srgbClr val="FF6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415190" y="9088192"/>
            <a:ext cx="14579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solidFill>
                  <a:srgbClr val="FF6138"/>
                </a:solidFill>
                <a:latin typeface="Verdana"/>
                <a:cs typeface="Verdana"/>
              </a:rPr>
              <a:t>NEXT</a:t>
            </a:r>
            <a:r>
              <a:rPr sz="1900" spc="-155" dirty="0">
                <a:solidFill>
                  <a:srgbClr val="FF6138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6138"/>
                </a:solidFill>
                <a:latin typeface="Verdana"/>
                <a:cs typeface="Verdana"/>
              </a:rPr>
              <a:t>SLIDE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73566" y="1544309"/>
            <a:ext cx="15630525" cy="6486525"/>
            <a:chOff x="1473566" y="1544309"/>
            <a:chExt cx="15630525" cy="6486525"/>
          </a:xfrm>
        </p:grpSpPr>
        <p:sp>
          <p:nvSpPr>
            <p:cNvPr id="11" name="object 11"/>
            <p:cNvSpPr/>
            <p:nvPr/>
          </p:nvSpPr>
          <p:spPr>
            <a:xfrm>
              <a:off x="8539590" y="4539090"/>
              <a:ext cx="1209040" cy="1209040"/>
            </a:xfrm>
            <a:custGeom>
              <a:avLst/>
              <a:gdLst/>
              <a:ahLst/>
              <a:cxnLst/>
              <a:rect l="l" t="t" r="r" b="b"/>
              <a:pathLst>
                <a:path w="1209040" h="1209039">
                  <a:moveTo>
                    <a:pt x="699219" y="502489"/>
                  </a:moveTo>
                  <a:lnTo>
                    <a:pt x="502490" y="502489"/>
                  </a:lnTo>
                  <a:lnTo>
                    <a:pt x="312871" y="40294"/>
                  </a:lnTo>
                  <a:lnTo>
                    <a:pt x="410050" y="0"/>
                  </a:lnTo>
                  <a:lnTo>
                    <a:pt x="602039" y="462195"/>
                  </a:lnTo>
                  <a:lnTo>
                    <a:pt x="715956" y="462195"/>
                  </a:lnTo>
                  <a:lnTo>
                    <a:pt x="699219" y="502489"/>
                  </a:lnTo>
                  <a:close/>
                </a:path>
                <a:path w="1209040" h="1209039">
                  <a:moveTo>
                    <a:pt x="715956" y="462195"/>
                  </a:moveTo>
                  <a:lnTo>
                    <a:pt x="602039" y="462195"/>
                  </a:lnTo>
                  <a:lnTo>
                    <a:pt x="794028" y="0"/>
                  </a:lnTo>
                  <a:lnTo>
                    <a:pt x="891208" y="40294"/>
                  </a:lnTo>
                  <a:lnTo>
                    <a:pt x="715956" y="462195"/>
                  </a:lnTo>
                  <a:close/>
                </a:path>
                <a:path w="1209040" h="1209039">
                  <a:moveTo>
                    <a:pt x="983998" y="502489"/>
                  </a:moveTo>
                  <a:lnTo>
                    <a:pt x="699219" y="502489"/>
                  </a:lnTo>
                  <a:lnTo>
                    <a:pt x="1163784" y="310500"/>
                  </a:lnTo>
                  <a:lnTo>
                    <a:pt x="1208819" y="410050"/>
                  </a:lnTo>
                  <a:lnTo>
                    <a:pt x="983998" y="502489"/>
                  </a:lnTo>
                  <a:close/>
                </a:path>
                <a:path w="1209040" h="1209039">
                  <a:moveTo>
                    <a:pt x="40293" y="891208"/>
                  </a:moveTo>
                  <a:lnTo>
                    <a:pt x="0" y="794028"/>
                  </a:lnTo>
                  <a:lnTo>
                    <a:pt x="462195" y="602039"/>
                  </a:lnTo>
                  <a:lnTo>
                    <a:pt x="0" y="410050"/>
                  </a:lnTo>
                  <a:lnTo>
                    <a:pt x="40293" y="312870"/>
                  </a:lnTo>
                  <a:lnTo>
                    <a:pt x="502490" y="502489"/>
                  </a:lnTo>
                  <a:lnTo>
                    <a:pt x="983998" y="502489"/>
                  </a:lnTo>
                  <a:lnTo>
                    <a:pt x="741883" y="602039"/>
                  </a:lnTo>
                  <a:lnTo>
                    <a:pt x="978233" y="699219"/>
                  </a:lnTo>
                  <a:lnTo>
                    <a:pt x="502490" y="699219"/>
                  </a:lnTo>
                  <a:lnTo>
                    <a:pt x="40293" y="891208"/>
                  </a:lnTo>
                  <a:close/>
                </a:path>
                <a:path w="1209040" h="1209039">
                  <a:moveTo>
                    <a:pt x="410050" y="1208819"/>
                  </a:moveTo>
                  <a:lnTo>
                    <a:pt x="312871" y="1163784"/>
                  </a:lnTo>
                  <a:lnTo>
                    <a:pt x="502490" y="699219"/>
                  </a:lnTo>
                  <a:lnTo>
                    <a:pt x="699219" y="699219"/>
                  </a:lnTo>
                  <a:lnTo>
                    <a:pt x="716850" y="741883"/>
                  </a:lnTo>
                  <a:lnTo>
                    <a:pt x="602039" y="741883"/>
                  </a:lnTo>
                  <a:lnTo>
                    <a:pt x="410050" y="1208819"/>
                  </a:lnTo>
                  <a:close/>
                </a:path>
                <a:path w="1209040" h="1209039">
                  <a:moveTo>
                    <a:pt x="1163784" y="891208"/>
                  </a:moveTo>
                  <a:lnTo>
                    <a:pt x="699219" y="699219"/>
                  </a:lnTo>
                  <a:lnTo>
                    <a:pt x="978233" y="699219"/>
                  </a:lnTo>
                  <a:lnTo>
                    <a:pt x="1208819" y="794028"/>
                  </a:lnTo>
                  <a:lnTo>
                    <a:pt x="1163784" y="891208"/>
                  </a:lnTo>
                  <a:close/>
                </a:path>
                <a:path w="1209040" h="1209039">
                  <a:moveTo>
                    <a:pt x="794028" y="1208819"/>
                  </a:moveTo>
                  <a:lnTo>
                    <a:pt x="602039" y="741883"/>
                  </a:lnTo>
                  <a:lnTo>
                    <a:pt x="716850" y="741883"/>
                  </a:lnTo>
                  <a:lnTo>
                    <a:pt x="891208" y="1163784"/>
                  </a:lnTo>
                  <a:lnTo>
                    <a:pt x="794028" y="1208819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3566" y="1544309"/>
              <a:ext cx="2638425" cy="64865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31694" y="1544309"/>
              <a:ext cx="5372099" cy="62198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2563" y="359825"/>
            <a:ext cx="9124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40" dirty="0">
                <a:solidFill>
                  <a:srgbClr val="E7E7E7"/>
                </a:solidFill>
                <a:latin typeface="Verdana"/>
                <a:cs typeface="Verdana"/>
              </a:rPr>
              <a:t>ABOUT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209007" y="359825"/>
            <a:ext cx="12560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55" dirty="0">
                <a:solidFill>
                  <a:srgbClr val="E7E7E7"/>
                </a:solidFill>
                <a:latin typeface="Tahoma"/>
                <a:cs typeface="Tahoma"/>
              </a:rPr>
              <a:t>CONTENT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5787" y="7925649"/>
            <a:ext cx="7025005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15599"/>
              </a:lnSpc>
              <a:spcBef>
                <a:spcPts val="100"/>
              </a:spcBef>
            </a:pPr>
            <a:r>
              <a:rPr sz="4000" spc="-65" dirty="0">
                <a:solidFill>
                  <a:srgbClr val="E7E7E7"/>
                </a:solidFill>
                <a:latin typeface="Verdana"/>
                <a:cs typeface="Verdana"/>
              </a:rPr>
              <a:t>"Used</a:t>
            </a:r>
            <a:r>
              <a:rPr sz="4000" spc="-38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15" dirty="0">
                <a:solidFill>
                  <a:srgbClr val="E7E7E7"/>
                </a:solidFill>
                <a:latin typeface="Verdana"/>
                <a:cs typeface="Verdana"/>
              </a:rPr>
              <a:t>DISTINCT</a:t>
            </a:r>
            <a:r>
              <a:rPr sz="4000" spc="-38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4000" spc="-38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remove </a:t>
            </a:r>
            <a:r>
              <a:rPr sz="4000" spc="-30" dirty="0">
                <a:solidFill>
                  <a:srgbClr val="E7E7E7"/>
                </a:solidFill>
                <a:latin typeface="Verdana"/>
                <a:cs typeface="Verdana"/>
              </a:rPr>
              <a:t>duplicates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75" dirty="0">
                <a:solidFill>
                  <a:srgbClr val="E7E7E7"/>
                </a:solidFill>
                <a:latin typeface="Verdana"/>
                <a:cs typeface="Verdana"/>
              </a:rPr>
              <a:t>and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list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30" dirty="0">
                <a:solidFill>
                  <a:srgbClr val="E7E7E7"/>
                </a:solidFill>
                <a:latin typeface="Verdana"/>
                <a:cs typeface="Verdana"/>
              </a:rPr>
              <a:t>all</a:t>
            </a:r>
            <a:r>
              <a:rPr sz="4000" spc="-38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0" dirty="0">
                <a:solidFill>
                  <a:srgbClr val="E7E7E7"/>
                </a:solidFill>
                <a:latin typeface="Verdana"/>
                <a:cs typeface="Verdana"/>
              </a:rPr>
              <a:t>unique </a:t>
            </a:r>
            <a:r>
              <a:rPr sz="4000" spc="40" dirty="0">
                <a:solidFill>
                  <a:srgbClr val="E7E7E7"/>
                </a:solidFill>
                <a:latin typeface="Verdana"/>
                <a:cs typeface="Verdana"/>
              </a:rPr>
              <a:t>b</a:t>
            </a:r>
            <a:r>
              <a:rPr sz="4000" spc="-5" dirty="0">
                <a:solidFill>
                  <a:srgbClr val="E7E7E7"/>
                </a:solidFill>
                <a:latin typeface="Verdana"/>
                <a:cs typeface="Verdana"/>
              </a:rPr>
              <a:t>r</a:t>
            </a:r>
            <a:r>
              <a:rPr sz="4000" spc="35" dirty="0">
                <a:solidFill>
                  <a:srgbClr val="E7E7E7"/>
                </a:solidFill>
                <a:latin typeface="Verdana"/>
                <a:cs typeface="Verdana"/>
              </a:rPr>
              <a:t>an</a:t>
            </a:r>
            <a:r>
              <a:rPr sz="4000" spc="40" dirty="0">
                <a:solidFill>
                  <a:srgbClr val="E7E7E7"/>
                </a:solidFill>
                <a:latin typeface="Verdana"/>
                <a:cs typeface="Verdana"/>
              </a:rPr>
              <a:t>d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s</a:t>
            </a:r>
            <a:r>
              <a:rPr sz="4000" spc="-645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4000" spc="45" dirty="0">
                <a:solidFill>
                  <a:srgbClr val="E7E7E7"/>
                </a:solidFill>
                <a:latin typeface="Verdana"/>
                <a:cs typeface="Verdana"/>
              </a:rPr>
              <a:t>"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36668" y="7929902"/>
            <a:ext cx="7028180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5599"/>
              </a:lnSpc>
              <a:spcBef>
                <a:spcPts val="100"/>
              </a:spcBef>
            </a:pPr>
            <a:r>
              <a:rPr sz="4000" spc="-65" dirty="0">
                <a:solidFill>
                  <a:srgbClr val="E7E7E7"/>
                </a:solidFill>
                <a:latin typeface="Verdana"/>
                <a:cs typeface="Verdana"/>
              </a:rPr>
              <a:t>"Used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95" dirty="0">
                <a:solidFill>
                  <a:srgbClr val="E7E7E7"/>
                </a:solidFill>
                <a:latin typeface="Verdana"/>
                <a:cs typeface="Verdana"/>
              </a:rPr>
              <a:t>AVG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75" dirty="0">
                <a:solidFill>
                  <a:srgbClr val="E7E7E7"/>
                </a:solidFill>
                <a:latin typeface="Verdana"/>
                <a:cs typeface="Verdana"/>
              </a:rPr>
              <a:t>and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50" dirty="0">
                <a:solidFill>
                  <a:srgbClr val="E7E7E7"/>
                </a:solidFill>
                <a:latin typeface="Verdana"/>
                <a:cs typeface="Verdana"/>
              </a:rPr>
              <a:t>GROUP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10" dirty="0">
                <a:solidFill>
                  <a:srgbClr val="E7E7E7"/>
                </a:solidFill>
                <a:latin typeface="Verdana"/>
                <a:cs typeface="Verdana"/>
              </a:rPr>
              <a:t>BY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to </a:t>
            </a:r>
            <a:r>
              <a:rPr sz="4000" spc="-105" dirty="0">
                <a:solidFill>
                  <a:srgbClr val="E7E7E7"/>
                </a:solidFill>
                <a:latin typeface="Verdana"/>
                <a:cs typeface="Verdana"/>
              </a:rPr>
              <a:t>track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45" dirty="0">
                <a:solidFill>
                  <a:srgbClr val="E7E7E7"/>
                </a:solidFill>
                <a:latin typeface="Verdana"/>
                <a:cs typeface="Verdana"/>
              </a:rPr>
              <a:t>the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technical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progress </a:t>
            </a:r>
            <a:r>
              <a:rPr sz="4000" spc="-35" dirty="0">
                <a:solidFill>
                  <a:srgbClr val="E7E7E7"/>
                </a:solidFill>
                <a:latin typeface="Verdana"/>
                <a:cs typeface="Verdana"/>
              </a:rPr>
              <a:t>per</a:t>
            </a:r>
            <a:r>
              <a:rPr sz="4000" spc="-409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90" dirty="0">
                <a:solidFill>
                  <a:srgbClr val="E7E7E7"/>
                </a:solidFill>
                <a:latin typeface="Verdana"/>
                <a:cs typeface="Verdana"/>
              </a:rPr>
              <a:t>y</a:t>
            </a:r>
            <a:r>
              <a:rPr sz="4000" spc="-150" dirty="0">
                <a:solidFill>
                  <a:srgbClr val="E7E7E7"/>
                </a:solidFill>
                <a:latin typeface="Verdana"/>
                <a:cs typeface="Verdana"/>
              </a:rPr>
              <a:t>ea</a:t>
            </a:r>
            <a:r>
              <a:rPr sz="4000" spc="-580" dirty="0">
                <a:solidFill>
                  <a:srgbClr val="E7E7E7"/>
                </a:solidFill>
                <a:latin typeface="Verdana"/>
                <a:cs typeface="Verdana"/>
              </a:rPr>
              <a:t>r</a:t>
            </a:r>
            <a:r>
              <a:rPr sz="4000" spc="-830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4000" spc="-140" dirty="0">
                <a:solidFill>
                  <a:srgbClr val="E7E7E7"/>
                </a:solidFill>
                <a:latin typeface="Verdana"/>
                <a:cs typeface="Verdana"/>
              </a:rPr>
              <a:t>"</a:t>
            </a:r>
            <a:endParaRPr sz="4000" dirty="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7706359"/>
            <a:chOff x="0" y="0"/>
            <a:chExt cx="18288000" cy="770635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9615" y="0"/>
              <a:ext cx="9143999" cy="77062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00287" y="2200656"/>
              <a:ext cx="6797039" cy="53736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024741"/>
              <a:ext cx="18288000" cy="27305"/>
            </a:xfrm>
            <a:custGeom>
              <a:avLst/>
              <a:gdLst/>
              <a:ahLst/>
              <a:cxnLst/>
              <a:rect l="l" t="t" r="r" b="b"/>
              <a:pathLst>
                <a:path w="18288000" h="27305">
                  <a:moveTo>
                    <a:pt x="0" y="26702"/>
                  </a:moveTo>
                  <a:lnTo>
                    <a:pt x="0" y="17177"/>
                  </a:lnTo>
                  <a:lnTo>
                    <a:pt x="18287999" y="0"/>
                  </a:lnTo>
                  <a:lnTo>
                    <a:pt x="18287999" y="9525"/>
                  </a:lnTo>
                  <a:lnTo>
                    <a:pt x="0" y="2670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083" y="364400"/>
              <a:ext cx="476250" cy="371475"/>
            </a:xfrm>
            <a:custGeom>
              <a:avLst/>
              <a:gdLst/>
              <a:ahLst/>
              <a:cxnLst/>
              <a:rect l="l" t="t" r="r" b="b"/>
              <a:pathLst>
                <a:path w="476250" h="371475">
                  <a:moveTo>
                    <a:pt x="382727" y="5334"/>
                  </a:moveTo>
                  <a:lnTo>
                    <a:pt x="377393" y="0"/>
                  </a:lnTo>
                  <a:lnTo>
                    <a:pt x="298259" y="0"/>
                  </a:lnTo>
                  <a:lnTo>
                    <a:pt x="292912" y="5334"/>
                  </a:lnTo>
                  <a:lnTo>
                    <a:pt x="292912" y="55638"/>
                  </a:lnTo>
                  <a:lnTo>
                    <a:pt x="289598" y="72390"/>
                  </a:lnTo>
                  <a:lnTo>
                    <a:pt x="282105" y="86067"/>
                  </a:lnTo>
                  <a:lnTo>
                    <a:pt x="268897" y="95300"/>
                  </a:lnTo>
                  <a:lnTo>
                    <a:pt x="248386" y="98691"/>
                  </a:lnTo>
                  <a:lnTo>
                    <a:pt x="231825" y="98691"/>
                  </a:lnTo>
                  <a:lnTo>
                    <a:pt x="211632" y="95427"/>
                  </a:lnTo>
                  <a:lnTo>
                    <a:pt x="198501" y="86525"/>
                  </a:lnTo>
                  <a:lnTo>
                    <a:pt x="190919" y="73279"/>
                  </a:lnTo>
                  <a:lnTo>
                    <a:pt x="187439" y="57010"/>
                  </a:lnTo>
                  <a:lnTo>
                    <a:pt x="187439" y="5334"/>
                  </a:lnTo>
                  <a:lnTo>
                    <a:pt x="182092" y="0"/>
                  </a:lnTo>
                  <a:lnTo>
                    <a:pt x="109499" y="0"/>
                  </a:lnTo>
                  <a:lnTo>
                    <a:pt x="102958" y="0"/>
                  </a:lnTo>
                  <a:lnTo>
                    <a:pt x="97624" y="5334"/>
                  </a:lnTo>
                  <a:lnTo>
                    <a:pt x="97624" y="84467"/>
                  </a:lnTo>
                  <a:lnTo>
                    <a:pt x="102958" y="89814"/>
                  </a:lnTo>
                  <a:lnTo>
                    <a:pt x="115658" y="89814"/>
                  </a:lnTo>
                  <a:lnTo>
                    <a:pt x="115519" y="89954"/>
                  </a:lnTo>
                  <a:lnTo>
                    <a:pt x="124333" y="89814"/>
                  </a:lnTo>
                  <a:lnTo>
                    <a:pt x="142163" y="89814"/>
                  </a:lnTo>
                  <a:lnTo>
                    <a:pt x="162445" y="91948"/>
                  </a:lnTo>
                  <a:lnTo>
                    <a:pt x="179476" y="98628"/>
                  </a:lnTo>
                  <a:lnTo>
                    <a:pt x="191185" y="112191"/>
                  </a:lnTo>
                  <a:lnTo>
                    <a:pt x="195541" y="134975"/>
                  </a:lnTo>
                  <a:lnTo>
                    <a:pt x="195541" y="182473"/>
                  </a:lnTo>
                  <a:lnTo>
                    <a:pt x="200875" y="187820"/>
                  </a:lnTo>
                  <a:lnTo>
                    <a:pt x="279323" y="187820"/>
                  </a:lnTo>
                  <a:lnTo>
                    <a:pt x="284670" y="182473"/>
                  </a:lnTo>
                  <a:lnTo>
                    <a:pt x="284670" y="134975"/>
                  </a:lnTo>
                  <a:lnTo>
                    <a:pt x="289001" y="112268"/>
                  </a:lnTo>
                  <a:lnTo>
                    <a:pt x="300634" y="98704"/>
                  </a:lnTo>
                  <a:lnTo>
                    <a:pt x="317538" y="91986"/>
                  </a:lnTo>
                  <a:lnTo>
                    <a:pt x="337654" y="89814"/>
                  </a:lnTo>
                  <a:lnTo>
                    <a:pt x="356171" y="89814"/>
                  </a:lnTo>
                  <a:lnTo>
                    <a:pt x="361073" y="89903"/>
                  </a:lnTo>
                  <a:lnTo>
                    <a:pt x="365912" y="90004"/>
                  </a:lnTo>
                  <a:lnTo>
                    <a:pt x="373354" y="90004"/>
                  </a:lnTo>
                  <a:lnTo>
                    <a:pt x="375907" y="89052"/>
                  </a:lnTo>
                  <a:lnTo>
                    <a:pt x="377939" y="87464"/>
                  </a:lnTo>
                  <a:lnTo>
                    <a:pt x="380834" y="85280"/>
                  </a:lnTo>
                  <a:lnTo>
                    <a:pt x="382727" y="81813"/>
                  </a:lnTo>
                  <a:lnTo>
                    <a:pt x="382727" y="5334"/>
                  </a:lnTo>
                  <a:close/>
                </a:path>
                <a:path w="476250" h="371475">
                  <a:moveTo>
                    <a:pt x="476046" y="91224"/>
                  </a:moveTo>
                  <a:lnTo>
                    <a:pt x="475018" y="90195"/>
                  </a:lnTo>
                  <a:lnTo>
                    <a:pt x="396570" y="90195"/>
                  </a:lnTo>
                  <a:lnTo>
                    <a:pt x="391236" y="95529"/>
                  </a:lnTo>
                  <a:lnTo>
                    <a:pt x="391236" y="102069"/>
                  </a:lnTo>
                  <a:lnTo>
                    <a:pt x="389521" y="150634"/>
                  </a:lnTo>
                  <a:lnTo>
                    <a:pt x="379501" y="176276"/>
                  </a:lnTo>
                  <a:lnTo>
                    <a:pt x="353872" y="186283"/>
                  </a:lnTo>
                  <a:lnTo>
                    <a:pt x="305308" y="187998"/>
                  </a:lnTo>
                  <a:lnTo>
                    <a:pt x="298754" y="187998"/>
                  </a:lnTo>
                  <a:lnTo>
                    <a:pt x="293420" y="193332"/>
                  </a:lnTo>
                  <a:lnTo>
                    <a:pt x="293420" y="199885"/>
                  </a:lnTo>
                  <a:lnTo>
                    <a:pt x="293700" y="229247"/>
                  </a:lnTo>
                  <a:lnTo>
                    <a:pt x="290436" y="257009"/>
                  </a:lnTo>
                  <a:lnTo>
                    <a:pt x="277406" y="277698"/>
                  </a:lnTo>
                  <a:lnTo>
                    <a:pt x="248450" y="285813"/>
                  </a:lnTo>
                  <a:lnTo>
                    <a:pt x="231902" y="285813"/>
                  </a:lnTo>
                  <a:lnTo>
                    <a:pt x="202946" y="277698"/>
                  </a:lnTo>
                  <a:lnTo>
                    <a:pt x="202412" y="276847"/>
                  </a:lnTo>
                  <a:lnTo>
                    <a:pt x="189928" y="257009"/>
                  </a:lnTo>
                  <a:lnTo>
                    <a:pt x="186651" y="229247"/>
                  </a:lnTo>
                  <a:lnTo>
                    <a:pt x="186766" y="216674"/>
                  </a:lnTo>
                  <a:lnTo>
                    <a:pt x="186931" y="199885"/>
                  </a:lnTo>
                  <a:lnTo>
                    <a:pt x="186931" y="193332"/>
                  </a:lnTo>
                  <a:lnTo>
                    <a:pt x="181597" y="187998"/>
                  </a:lnTo>
                  <a:lnTo>
                    <a:pt x="175044" y="187998"/>
                  </a:lnTo>
                  <a:lnTo>
                    <a:pt x="126479" y="186283"/>
                  </a:lnTo>
                  <a:lnTo>
                    <a:pt x="100850" y="176276"/>
                  </a:lnTo>
                  <a:lnTo>
                    <a:pt x="90830" y="150634"/>
                  </a:lnTo>
                  <a:lnTo>
                    <a:pt x="89128" y="102069"/>
                  </a:lnTo>
                  <a:lnTo>
                    <a:pt x="89128" y="95529"/>
                  </a:lnTo>
                  <a:lnTo>
                    <a:pt x="83781" y="90195"/>
                  </a:lnTo>
                  <a:lnTo>
                    <a:pt x="5334" y="90195"/>
                  </a:lnTo>
                  <a:lnTo>
                    <a:pt x="0" y="95529"/>
                  </a:lnTo>
                  <a:lnTo>
                    <a:pt x="0" y="173977"/>
                  </a:lnTo>
                  <a:lnTo>
                    <a:pt x="5334" y="179311"/>
                  </a:lnTo>
                  <a:lnTo>
                    <a:pt x="11874" y="179311"/>
                  </a:lnTo>
                  <a:lnTo>
                    <a:pt x="60439" y="181025"/>
                  </a:lnTo>
                  <a:lnTo>
                    <a:pt x="86080" y="191046"/>
                  </a:lnTo>
                  <a:lnTo>
                    <a:pt x="96088" y="216674"/>
                  </a:lnTo>
                  <a:lnTo>
                    <a:pt x="97802" y="265239"/>
                  </a:lnTo>
                  <a:lnTo>
                    <a:pt x="97802" y="271792"/>
                  </a:lnTo>
                  <a:lnTo>
                    <a:pt x="103149" y="277126"/>
                  </a:lnTo>
                  <a:lnTo>
                    <a:pt x="109689" y="277126"/>
                  </a:lnTo>
                  <a:lnTo>
                    <a:pt x="139217" y="276872"/>
                  </a:lnTo>
                  <a:lnTo>
                    <a:pt x="166649" y="280123"/>
                  </a:lnTo>
                  <a:lnTo>
                    <a:pt x="166903" y="280123"/>
                  </a:lnTo>
                  <a:lnTo>
                    <a:pt x="187490" y="293141"/>
                  </a:lnTo>
                  <a:lnTo>
                    <a:pt x="195618" y="322097"/>
                  </a:lnTo>
                  <a:lnTo>
                    <a:pt x="195618" y="369595"/>
                  </a:lnTo>
                  <a:lnTo>
                    <a:pt x="197497" y="371475"/>
                  </a:lnTo>
                  <a:lnTo>
                    <a:pt x="282867" y="371475"/>
                  </a:lnTo>
                  <a:lnTo>
                    <a:pt x="284734" y="369595"/>
                  </a:lnTo>
                  <a:lnTo>
                    <a:pt x="284734" y="322097"/>
                  </a:lnTo>
                  <a:lnTo>
                    <a:pt x="292849" y="293141"/>
                  </a:lnTo>
                  <a:lnTo>
                    <a:pt x="304495" y="285813"/>
                  </a:lnTo>
                  <a:lnTo>
                    <a:pt x="313537" y="280123"/>
                  </a:lnTo>
                  <a:lnTo>
                    <a:pt x="341299" y="276847"/>
                  </a:lnTo>
                  <a:lnTo>
                    <a:pt x="370662" y="277126"/>
                  </a:lnTo>
                  <a:lnTo>
                    <a:pt x="377215" y="277126"/>
                  </a:lnTo>
                  <a:lnTo>
                    <a:pt x="377494" y="276847"/>
                  </a:lnTo>
                  <a:lnTo>
                    <a:pt x="382549" y="271792"/>
                  </a:lnTo>
                  <a:lnTo>
                    <a:pt x="382549" y="265239"/>
                  </a:lnTo>
                  <a:lnTo>
                    <a:pt x="384263" y="216674"/>
                  </a:lnTo>
                  <a:lnTo>
                    <a:pt x="394271" y="191046"/>
                  </a:lnTo>
                  <a:lnTo>
                    <a:pt x="419912" y="181025"/>
                  </a:lnTo>
                  <a:lnTo>
                    <a:pt x="468477" y="179311"/>
                  </a:lnTo>
                  <a:lnTo>
                    <a:pt x="475018" y="179311"/>
                  </a:lnTo>
                  <a:lnTo>
                    <a:pt x="476046" y="178282"/>
                  </a:lnTo>
                  <a:lnTo>
                    <a:pt x="476046" y="91224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84295" y="364400"/>
              <a:ext cx="464820" cy="356235"/>
            </a:xfrm>
            <a:custGeom>
              <a:avLst/>
              <a:gdLst/>
              <a:ahLst/>
              <a:cxnLst/>
              <a:rect l="l" t="t" r="r" b="b"/>
              <a:pathLst>
                <a:path w="464819" h="356234">
                  <a:moveTo>
                    <a:pt x="464451" y="285280"/>
                  </a:moveTo>
                  <a:lnTo>
                    <a:pt x="0" y="285280"/>
                  </a:lnTo>
                  <a:lnTo>
                    <a:pt x="0" y="356158"/>
                  </a:lnTo>
                  <a:lnTo>
                    <a:pt x="464451" y="356158"/>
                  </a:lnTo>
                  <a:lnTo>
                    <a:pt x="464451" y="285280"/>
                  </a:lnTo>
                  <a:close/>
                </a:path>
                <a:path w="464819" h="356234">
                  <a:moveTo>
                    <a:pt x="464451" y="142468"/>
                  </a:moveTo>
                  <a:lnTo>
                    <a:pt x="0" y="142468"/>
                  </a:lnTo>
                  <a:lnTo>
                    <a:pt x="0" y="213347"/>
                  </a:lnTo>
                  <a:lnTo>
                    <a:pt x="464451" y="213347"/>
                  </a:lnTo>
                  <a:lnTo>
                    <a:pt x="464451" y="142468"/>
                  </a:lnTo>
                  <a:close/>
                </a:path>
                <a:path w="464819" h="356234">
                  <a:moveTo>
                    <a:pt x="464451" y="0"/>
                  </a:moveTo>
                  <a:lnTo>
                    <a:pt x="0" y="0"/>
                  </a:lnTo>
                  <a:lnTo>
                    <a:pt x="0" y="70878"/>
                  </a:lnTo>
                  <a:lnTo>
                    <a:pt x="464451" y="70878"/>
                  </a:lnTo>
                  <a:lnTo>
                    <a:pt x="46445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338374" y="7839037"/>
            <a:ext cx="2219325" cy="762000"/>
          </a:xfrm>
          <a:custGeom>
            <a:avLst/>
            <a:gdLst/>
            <a:ahLst/>
            <a:cxnLst/>
            <a:rect l="l" t="t" r="r" b="b"/>
            <a:pathLst>
              <a:path w="2219325" h="762000">
                <a:moveTo>
                  <a:pt x="2219324" y="439542"/>
                </a:moveTo>
                <a:lnTo>
                  <a:pt x="2212245" y="477129"/>
                </a:lnTo>
                <a:lnTo>
                  <a:pt x="2198168" y="521235"/>
                </a:lnTo>
                <a:lnTo>
                  <a:pt x="2179081" y="562843"/>
                </a:lnTo>
                <a:lnTo>
                  <a:pt x="2155343" y="601594"/>
                </a:lnTo>
                <a:lnTo>
                  <a:pt x="2127314" y="637130"/>
                </a:lnTo>
                <a:lnTo>
                  <a:pt x="2095352" y="669092"/>
                </a:lnTo>
                <a:lnTo>
                  <a:pt x="2059816" y="697121"/>
                </a:lnTo>
                <a:lnTo>
                  <a:pt x="2021064" y="720859"/>
                </a:lnTo>
                <a:lnTo>
                  <a:pt x="1979457" y="739946"/>
                </a:lnTo>
                <a:lnTo>
                  <a:pt x="1935351" y="754024"/>
                </a:lnTo>
                <a:lnTo>
                  <a:pt x="1893004" y="761999"/>
                </a:lnTo>
              </a:path>
              <a:path w="2219325" h="762000">
                <a:moveTo>
                  <a:pt x="330934" y="761999"/>
                </a:moveTo>
                <a:lnTo>
                  <a:pt x="288586" y="754024"/>
                </a:lnTo>
                <a:lnTo>
                  <a:pt x="244481" y="739946"/>
                </a:lnTo>
                <a:lnTo>
                  <a:pt x="202873" y="720859"/>
                </a:lnTo>
                <a:lnTo>
                  <a:pt x="164121" y="697121"/>
                </a:lnTo>
                <a:lnTo>
                  <a:pt x="128585" y="669092"/>
                </a:lnTo>
                <a:lnTo>
                  <a:pt x="96623" y="637130"/>
                </a:lnTo>
                <a:lnTo>
                  <a:pt x="68594" y="601594"/>
                </a:lnTo>
                <a:lnTo>
                  <a:pt x="44857" y="562842"/>
                </a:lnTo>
                <a:lnTo>
                  <a:pt x="25770" y="521234"/>
                </a:lnTo>
                <a:lnTo>
                  <a:pt x="11692" y="477129"/>
                </a:lnTo>
                <a:lnTo>
                  <a:pt x="2982" y="430884"/>
                </a:lnTo>
                <a:lnTo>
                  <a:pt x="0" y="382860"/>
                </a:lnTo>
                <a:lnTo>
                  <a:pt x="2983" y="334835"/>
                </a:lnTo>
                <a:lnTo>
                  <a:pt x="11692" y="288591"/>
                </a:lnTo>
                <a:lnTo>
                  <a:pt x="25770" y="244485"/>
                </a:lnTo>
                <a:lnTo>
                  <a:pt x="44857" y="202877"/>
                </a:lnTo>
                <a:lnTo>
                  <a:pt x="68595" y="164126"/>
                </a:lnTo>
                <a:lnTo>
                  <a:pt x="96624" y="128590"/>
                </a:lnTo>
                <a:lnTo>
                  <a:pt x="128586" y="96628"/>
                </a:lnTo>
                <a:lnTo>
                  <a:pt x="164122" y="68599"/>
                </a:lnTo>
                <a:lnTo>
                  <a:pt x="202873" y="44862"/>
                </a:lnTo>
                <a:lnTo>
                  <a:pt x="244481" y="25775"/>
                </a:lnTo>
                <a:lnTo>
                  <a:pt x="288587" y="11697"/>
                </a:lnTo>
                <a:lnTo>
                  <a:pt x="334831" y="2987"/>
                </a:lnTo>
                <a:lnTo>
                  <a:pt x="382856" y="0"/>
                </a:lnTo>
                <a:lnTo>
                  <a:pt x="1841082" y="0"/>
                </a:lnTo>
                <a:lnTo>
                  <a:pt x="1889106" y="2987"/>
                </a:lnTo>
                <a:lnTo>
                  <a:pt x="1935351" y="11697"/>
                </a:lnTo>
                <a:lnTo>
                  <a:pt x="1979456" y="25775"/>
                </a:lnTo>
                <a:lnTo>
                  <a:pt x="2021064" y="44861"/>
                </a:lnTo>
                <a:lnTo>
                  <a:pt x="2059815" y="68599"/>
                </a:lnTo>
                <a:lnTo>
                  <a:pt x="2095351" y="96628"/>
                </a:lnTo>
                <a:lnTo>
                  <a:pt x="2127313" y="128590"/>
                </a:lnTo>
                <a:lnTo>
                  <a:pt x="2155343" y="164126"/>
                </a:lnTo>
                <a:lnTo>
                  <a:pt x="2179080" y="202877"/>
                </a:lnTo>
                <a:lnTo>
                  <a:pt x="2198167" y="244485"/>
                </a:lnTo>
                <a:lnTo>
                  <a:pt x="2212245" y="288590"/>
                </a:lnTo>
                <a:lnTo>
                  <a:pt x="2219324" y="326178"/>
                </a:lnTo>
              </a:path>
            </a:pathLst>
          </a:custGeom>
          <a:ln w="38099">
            <a:solidFill>
              <a:srgbClr val="FF613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21557" y="8051793"/>
            <a:ext cx="14579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solidFill>
                  <a:srgbClr val="FF6138"/>
                </a:solidFill>
                <a:latin typeface="Verdana"/>
                <a:cs typeface="Verdana"/>
              </a:rPr>
              <a:t>NEXT</a:t>
            </a:r>
            <a:r>
              <a:rPr sz="1900" spc="-155" dirty="0">
                <a:solidFill>
                  <a:srgbClr val="FF6138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6138"/>
                </a:solidFill>
                <a:latin typeface="Verdana"/>
                <a:cs typeface="Verdana"/>
              </a:rPr>
              <a:t>SLIDE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65206" y="6741386"/>
            <a:ext cx="2961640" cy="2961640"/>
          </a:xfrm>
          <a:custGeom>
            <a:avLst/>
            <a:gdLst/>
            <a:ahLst/>
            <a:cxnLst/>
            <a:rect l="l" t="t" r="r" b="b"/>
            <a:pathLst>
              <a:path w="2961640" h="2961640">
                <a:moveTo>
                  <a:pt x="1712750" y="1230858"/>
                </a:moveTo>
                <a:lnTo>
                  <a:pt x="1230858" y="1230858"/>
                </a:lnTo>
                <a:lnTo>
                  <a:pt x="766383" y="98700"/>
                </a:lnTo>
                <a:lnTo>
                  <a:pt x="1004427" y="0"/>
                </a:lnTo>
                <a:lnTo>
                  <a:pt x="1474707" y="1132157"/>
                </a:lnTo>
                <a:lnTo>
                  <a:pt x="1753749" y="1132157"/>
                </a:lnTo>
                <a:lnTo>
                  <a:pt x="1712750" y="1230858"/>
                </a:lnTo>
                <a:close/>
              </a:path>
              <a:path w="2961640" h="2961640">
                <a:moveTo>
                  <a:pt x="1753749" y="1132157"/>
                </a:moveTo>
                <a:lnTo>
                  <a:pt x="1474707" y="1132157"/>
                </a:lnTo>
                <a:lnTo>
                  <a:pt x="1944988" y="0"/>
                </a:lnTo>
                <a:lnTo>
                  <a:pt x="2183032" y="98700"/>
                </a:lnTo>
                <a:lnTo>
                  <a:pt x="1753749" y="1132157"/>
                </a:lnTo>
                <a:close/>
              </a:path>
              <a:path w="2961640" h="2961640">
                <a:moveTo>
                  <a:pt x="2410322" y="1230858"/>
                </a:moveTo>
                <a:lnTo>
                  <a:pt x="1712750" y="1230858"/>
                </a:lnTo>
                <a:lnTo>
                  <a:pt x="2850714" y="760577"/>
                </a:lnTo>
                <a:lnTo>
                  <a:pt x="2961027" y="1004426"/>
                </a:lnTo>
                <a:lnTo>
                  <a:pt x="2410322" y="1230858"/>
                </a:lnTo>
                <a:close/>
              </a:path>
              <a:path w="2961640" h="2961640">
                <a:moveTo>
                  <a:pt x="98700" y="2183031"/>
                </a:moveTo>
                <a:lnTo>
                  <a:pt x="0" y="1944988"/>
                </a:lnTo>
                <a:lnTo>
                  <a:pt x="1132157" y="1474707"/>
                </a:lnTo>
                <a:lnTo>
                  <a:pt x="0" y="1004426"/>
                </a:lnTo>
                <a:lnTo>
                  <a:pt x="98700" y="766383"/>
                </a:lnTo>
                <a:lnTo>
                  <a:pt x="1230858" y="1230858"/>
                </a:lnTo>
                <a:lnTo>
                  <a:pt x="2410322" y="1230858"/>
                </a:lnTo>
                <a:lnTo>
                  <a:pt x="1817257" y="1474707"/>
                </a:lnTo>
                <a:lnTo>
                  <a:pt x="2396203" y="1712751"/>
                </a:lnTo>
                <a:lnTo>
                  <a:pt x="1230858" y="1712751"/>
                </a:lnTo>
                <a:lnTo>
                  <a:pt x="98700" y="2183031"/>
                </a:lnTo>
                <a:close/>
              </a:path>
              <a:path w="2961640" h="2961640">
                <a:moveTo>
                  <a:pt x="1004427" y="2961027"/>
                </a:moveTo>
                <a:lnTo>
                  <a:pt x="766383" y="2850714"/>
                </a:lnTo>
                <a:lnTo>
                  <a:pt x="1230858" y="1712751"/>
                </a:lnTo>
                <a:lnTo>
                  <a:pt x="1712750" y="1712751"/>
                </a:lnTo>
                <a:lnTo>
                  <a:pt x="1755939" y="1817257"/>
                </a:lnTo>
                <a:lnTo>
                  <a:pt x="1474707" y="1817257"/>
                </a:lnTo>
                <a:lnTo>
                  <a:pt x="1004427" y="2961027"/>
                </a:lnTo>
                <a:close/>
              </a:path>
              <a:path w="2961640" h="2961640">
                <a:moveTo>
                  <a:pt x="2850714" y="2183031"/>
                </a:moveTo>
                <a:lnTo>
                  <a:pt x="1712750" y="1712751"/>
                </a:lnTo>
                <a:lnTo>
                  <a:pt x="2396203" y="1712751"/>
                </a:lnTo>
                <a:lnTo>
                  <a:pt x="2961027" y="1944988"/>
                </a:lnTo>
                <a:lnTo>
                  <a:pt x="2850714" y="2183031"/>
                </a:lnTo>
                <a:close/>
              </a:path>
              <a:path w="2961640" h="2961640">
                <a:moveTo>
                  <a:pt x="1944988" y="2961027"/>
                </a:moveTo>
                <a:lnTo>
                  <a:pt x="1474707" y="1817257"/>
                </a:lnTo>
                <a:lnTo>
                  <a:pt x="1755939" y="1817257"/>
                </a:lnTo>
                <a:lnTo>
                  <a:pt x="2183032" y="2850714"/>
                </a:lnTo>
                <a:lnTo>
                  <a:pt x="1944988" y="2961027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35649" y="1371600"/>
            <a:ext cx="3171824" cy="65055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7792" y="1404937"/>
            <a:ext cx="11296648" cy="107632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82563" y="359825"/>
            <a:ext cx="9124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40" dirty="0">
                <a:solidFill>
                  <a:srgbClr val="E7E7E7"/>
                </a:solidFill>
                <a:latin typeface="Verdana"/>
                <a:cs typeface="Verdana"/>
              </a:rPr>
              <a:t>ABOUT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09007" y="359825"/>
            <a:ext cx="12560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55" dirty="0">
                <a:solidFill>
                  <a:srgbClr val="E7E7E7"/>
                </a:solidFill>
                <a:latin typeface="Tahoma"/>
                <a:cs typeface="Tahoma"/>
              </a:rPr>
              <a:t>CONTENT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81533" y="8072027"/>
            <a:ext cx="6276340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5599"/>
              </a:lnSpc>
              <a:spcBef>
                <a:spcPts val="100"/>
              </a:spcBef>
            </a:pPr>
            <a:r>
              <a:rPr sz="4000" spc="-65" dirty="0">
                <a:solidFill>
                  <a:srgbClr val="E7E7E7"/>
                </a:solidFill>
                <a:latin typeface="Verdana"/>
                <a:cs typeface="Verdana"/>
              </a:rPr>
              <a:t>"Used</a:t>
            </a:r>
            <a:r>
              <a:rPr sz="4000" spc="-38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45" dirty="0">
                <a:solidFill>
                  <a:srgbClr val="E7E7E7"/>
                </a:solidFill>
                <a:latin typeface="Verdana"/>
                <a:cs typeface="Verdana"/>
              </a:rPr>
              <a:t>WHERE</a:t>
            </a:r>
            <a:r>
              <a:rPr sz="4000" spc="-38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4000" spc="-38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isolate </a:t>
            </a:r>
            <a:r>
              <a:rPr sz="4000" spc="-160" dirty="0">
                <a:solidFill>
                  <a:srgbClr val="E7E7E7"/>
                </a:solidFill>
                <a:latin typeface="Verdana"/>
                <a:cs typeface="Verdana"/>
              </a:rPr>
              <a:t>Tesla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40" dirty="0">
                <a:solidFill>
                  <a:srgbClr val="E7E7E7"/>
                </a:solidFill>
                <a:latin typeface="Verdana"/>
                <a:cs typeface="Verdana"/>
              </a:rPr>
              <a:t>records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75" dirty="0">
                <a:solidFill>
                  <a:srgbClr val="E7E7E7"/>
                </a:solidFill>
                <a:latin typeface="Verdana"/>
                <a:cs typeface="Verdana"/>
              </a:rPr>
              <a:t>and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00" dirty="0">
                <a:solidFill>
                  <a:srgbClr val="E7E7E7"/>
                </a:solidFill>
                <a:latin typeface="Verdana"/>
                <a:cs typeface="Verdana"/>
              </a:rPr>
              <a:t>analyze </a:t>
            </a:r>
            <a:r>
              <a:rPr sz="4000" spc="-35" dirty="0">
                <a:solidFill>
                  <a:srgbClr val="E7E7E7"/>
                </a:solidFill>
                <a:latin typeface="Verdana"/>
                <a:cs typeface="Verdana"/>
              </a:rPr>
              <a:t>its</a:t>
            </a:r>
            <a:r>
              <a:rPr sz="4000" spc="-34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specific</a:t>
            </a:r>
            <a:r>
              <a:rPr sz="4000" spc="-34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45" dirty="0">
                <a:solidFill>
                  <a:srgbClr val="E7E7E7"/>
                </a:solidFill>
                <a:latin typeface="Verdana"/>
                <a:cs typeface="Verdana"/>
              </a:rPr>
              <a:t>m</a:t>
            </a:r>
            <a:r>
              <a:rPr sz="4000" spc="50" dirty="0">
                <a:solidFill>
                  <a:srgbClr val="E7E7E7"/>
                </a:solidFill>
                <a:latin typeface="Verdana"/>
                <a:cs typeface="Verdana"/>
              </a:rPr>
              <a:t>od</a:t>
            </a:r>
            <a:r>
              <a:rPr sz="4000" spc="45" dirty="0">
                <a:solidFill>
                  <a:srgbClr val="E7E7E7"/>
                </a:solidFill>
                <a:latin typeface="Verdana"/>
                <a:cs typeface="Verdana"/>
              </a:rPr>
              <a:t>e</a:t>
            </a:r>
            <a:r>
              <a:rPr sz="4000" spc="55" dirty="0">
                <a:solidFill>
                  <a:srgbClr val="E7E7E7"/>
                </a:solidFill>
                <a:latin typeface="Verdana"/>
                <a:cs typeface="Verdana"/>
              </a:rPr>
              <a:t>l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s</a:t>
            </a:r>
            <a:r>
              <a:rPr sz="4000" spc="-635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4000" spc="55" dirty="0">
                <a:solidFill>
                  <a:srgbClr val="E7E7E7"/>
                </a:solidFill>
                <a:latin typeface="Verdana"/>
                <a:cs typeface="Verdana"/>
              </a:rPr>
              <a:t>"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86244" y="3479331"/>
            <a:ext cx="7824470" cy="143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6060">
              <a:lnSpc>
                <a:spcPct val="115599"/>
              </a:lnSpc>
              <a:spcBef>
                <a:spcPts val="100"/>
              </a:spcBef>
            </a:pPr>
            <a:r>
              <a:rPr sz="4000" spc="-65" dirty="0">
                <a:solidFill>
                  <a:srgbClr val="E7E7E7"/>
                </a:solidFill>
                <a:latin typeface="Verdana"/>
                <a:cs typeface="Verdana"/>
              </a:rPr>
              <a:t>"Used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20" dirty="0">
                <a:solidFill>
                  <a:srgbClr val="E7E7E7"/>
                </a:solidFill>
                <a:latin typeface="Verdana"/>
                <a:cs typeface="Verdana"/>
              </a:rPr>
              <a:t>ORDER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10" dirty="0">
                <a:solidFill>
                  <a:srgbClr val="E7E7E7"/>
                </a:solidFill>
                <a:latin typeface="Verdana"/>
                <a:cs typeface="Verdana"/>
              </a:rPr>
              <a:t>BY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35" dirty="0">
                <a:solidFill>
                  <a:srgbClr val="E7E7E7"/>
                </a:solidFill>
                <a:latin typeface="Verdana"/>
                <a:cs typeface="Verdana"/>
              </a:rPr>
              <a:t>DESC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0" dirty="0">
                <a:solidFill>
                  <a:srgbClr val="E7E7E7"/>
                </a:solidFill>
                <a:latin typeface="Verdana"/>
                <a:cs typeface="Verdana"/>
              </a:rPr>
              <a:t>sort </a:t>
            </a:r>
            <a:r>
              <a:rPr sz="4000" spc="-55" dirty="0">
                <a:solidFill>
                  <a:srgbClr val="E7E7E7"/>
                </a:solidFill>
                <a:latin typeface="Verdana"/>
                <a:cs typeface="Verdana"/>
              </a:rPr>
              <a:t>vehicles</a:t>
            </a:r>
            <a:r>
              <a:rPr sz="4000" spc="-38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60" dirty="0">
                <a:solidFill>
                  <a:srgbClr val="E7E7E7"/>
                </a:solidFill>
                <a:latin typeface="Verdana"/>
                <a:cs typeface="Verdana"/>
              </a:rPr>
              <a:t>from</a:t>
            </a:r>
            <a:r>
              <a:rPr sz="4000" spc="-38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95" dirty="0">
                <a:solidFill>
                  <a:srgbClr val="E7E7E7"/>
                </a:solidFill>
                <a:latin typeface="Verdana"/>
                <a:cs typeface="Verdana"/>
              </a:rPr>
              <a:t>newest</a:t>
            </a:r>
            <a:r>
              <a:rPr sz="4000" spc="-38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4000" spc="-38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o</a:t>
            </a:r>
            <a:r>
              <a:rPr sz="4000" spc="-5" dirty="0">
                <a:solidFill>
                  <a:srgbClr val="E7E7E7"/>
                </a:solidFill>
                <a:latin typeface="Verdana"/>
                <a:cs typeface="Verdana"/>
              </a:rPr>
              <a:t>l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d</a:t>
            </a:r>
            <a:r>
              <a:rPr sz="4000" spc="-15" dirty="0">
                <a:solidFill>
                  <a:srgbClr val="E7E7E7"/>
                </a:solidFill>
                <a:latin typeface="Verdana"/>
                <a:cs typeface="Verdana"/>
              </a:rPr>
              <a:t>es</a:t>
            </a:r>
            <a:r>
              <a:rPr sz="4000" spc="100" dirty="0">
                <a:solidFill>
                  <a:srgbClr val="E7E7E7"/>
                </a:solidFill>
                <a:latin typeface="Verdana"/>
                <a:cs typeface="Verdana"/>
              </a:rPr>
              <a:t>t</a:t>
            </a:r>
            <a:r>
              <a:rPr sz="4000" spc="-695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4000" spc="-5" dirty="0">
                <a:solidFill>
                  <a:srgbClr val="E7E7E7"/>
                </a:solidFill>
                <a:latin typeface="Verdana"/>
                <a:cs typeface="Verdana"/>
              </a:rPr>
              <a:t>"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6351" y="0"/>
              <a:ext cx="11661647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16639" y="0"/>
              <a:ext cx="7071359" cy="60441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024741"/>
              <a:ext cx="18288000" cy="27305"/>
            </a:xfrm>
            <a:custGeom>
              <a:avLst/>
              <a:gdLst/>
              <a:ahLst/>
              <a:cxnLst/>
              <a:rect l="l" t="t" r="r" b="b"/>
              <a:pathLst>
                <a:path w="18288000" h="27305">
                  <a:moveTo>
                    <a:pt x="0" y="26702"/>
                  </a:moveTo>
                  <a:lnTo>
                    <a:pt x="0" y="17177"/>
                  </a:lnTo>
                  <a:lnTo>
                    <a:pt x="18287999" y="0"/>
                  </a:lnTo>
                  <a:lnTo>
                    <a:pt x="18287999" y="9525"/>
                  </a:lnTo>
                  <a:lnTo>
                    <a:pt x="0" y="2670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083" y="364400"/>
              <a:ext cx="476250" cy="371475"/>
            </a:xfrm>
            <a:custGeom>
              <a:avLst/>
              <a:gdLst/>
              <a:ahLst/>
              <a:cxnLst/>
              <a:rect l="l" t="t" r="r" b="b"/>
              <a:pathLst>
                <a:path w="476250" h="371475">
                  <a:moveTo>
                    <a:pt x="382727" y="5334"/>
                  </a:moveTo>
                  <a:lnTo>
                    <a:pt x="377393" y="0"/>
                  </a:lnTo>
                  <a:lnTo>
                    <a:pt x="298259" y="0"/>
                  </a:lnTo>
                  <a:lnTo>
                    <a:pt x="292912" y="5334"/>
                  </a:lnTo>
                  <a:lnTo>
                    <a:pt x="292912" y="55638"/>
                  </a:lnTo>
                  <a:lnTo>
                    <a:pt x="289598" y="72390"/>
                  </a:lnTo>
                  <a:lnTo>
                    <a:pt x="282105" y="86067"/>
                  </a:lnTo>
                  <a:lnTo>
                    <a:pt x="268897" y="95300"/>
                  </a:lnTo>
                  <a:lnTo>
                    <a:pt x="248386" y="98691"/>
                  </a:lnTo>
                  <a:lnTo>
                    <a:pt x="231825" y="98691"/>
                  </a:lnTo>
                  <a:lnTo>
                    <a:pt x="211632" y="95427"/>
                  </a:lnTo>
                  <a:lnTo>
                    <a:pt x="198501" y="86525"/>
                  </a:lnTo>
                  <a:lnTo>
                    <a:pt x="190919" y="73279"/>
                  </a:lnTo>
                  <a:lnTo>
                    <a:pt x="187439" y="57010"/>
                  </a:lnTo>
                  <a:lnTo>
                    <a:pt x="187439" y="5334"/>
                  </a:lnTo>
                  <a:lnTo>
                    <a:pt x="182092" y="0"/>
                  </a:lnTo>
                  <a:lnTo>
                    <a:pt x="109499" y="0"/>
                  </a:lnTo>
                  <a:lnTo>
                    <a:pt x="102958" y="0"/>
                  </a:lnTo>
                  <a:lnTo>
                    <a:pt x="97624" y="5334"/>
                  </a:lnTo>
                  <a:lnTo>
                    <a:pt x="97624" y="84467"/>
                  </a:lnTo>
                  <a:lnTo>
                    <a:pt x="102958" y="89814"/>
                  </a:lnTo>
                  <a:lnTo>
                    <a:pt x="115658" y="89814"/>
                  </a:lnTo>
                  <a:lnTo>
                    <a:pt x="115519" y="89954"/>
                  </a:lnTo>
                  <a:lnTo>
                    <a:pt x="124333" y="89814"/>
                  </a:lnTo>
                  <a:lnTo>
                    <a:pt x="142163" y="89814"/>
                  </a:lnTo>
                  <a:lnTo>
                    <a:pt x="162445" y="91948"/>
                  </a:lnTo>
                  <a:lnTo>
                    <a:pt x="179476" y="98628"/>
                  </a:lnTo>
                  <a:lnTo>
                    <a:pt x="191185" y="112191"/>
                  </a:lnTo>
                  <a:lnTo>
                    <a:pt x="195541" y="134975"/>
                  </a:lnTo>
                  <a:lnTo>
                    <a:pt x="195541" y="182473"/>
                  </a:lnTo>
                  <a:lnTo>
                    <a:pt x="200875" y="187820"/>
                  </a:lnTo>
                  <a:lnTo>
                    <a:pt x="279323" y="187820"/>
                  </a:lnTo>
                  <a:lnTo>
                    <a:pt x="284670" y="182473"/>
                  </a:lnTo>
                  <a:lnTo>
                    <a:pt x="284670" y="134975"/>
                  </a:lnTo>
                  <a:lnTo>
                    <a:pt x="289001" y="112268"/>
                  </a:lnTo>
                  <a:lnTo>
                    <a:pt x="300634" y="98704"/>
                  </a:lnTo>
                  <a:lnTo>
                    <a:pt x="317538" y="91986"/>
                  </a:lnTo>
                  <a:lnTo>
                    <a:pt x="337654" y="89814"/>
                  </a:lnTo>
                  <a:lnTo>
                    <a:pt x="356171" y="89814"/>
                  </a:lnTo>
                  <a:lnTo>
                    <a:pt x="361073" y="89903"/>
                  </a:lnTo>
                  <a:lnTo>
                    <a:pt x="365912" y="90004"/>
                  </a:lnTo>
                  <a:lnTo>
                    <a:pt x="373354" y="90004"/>
                  </a:lnTo>
                  <a:lnTo>
                    <a:pt x="375907" y="89052"/>
                  </a:lnTo>
                  <a:lnTo>
                    <a:pt x="377939" y="87464"/>
                  </a:lnTo>
                  <a:lnTo>
                    <a:pt x="380834" y="85280"/>
                  </a:lnTo>
                  <a:lnTo>
                    <a:pt x="382727" y="81813"/>
                  </a:lnTo>
                  <a:lnTo>
                    <a:pt x="382727" y="5334"/>
                  </a:lnTo>
                  <a:close/>
                </a:path>
                <a:path w="476250" h="371475">
                  <a:moveTo>
                    <a:pt x="476046" y="91224"/>
                  </a:moveTo>
                  <a:lnTo>
                    <a:pt x="475018" y="90195"/>
                  </a:lnTo>
                  <a:lnTo>
                    <a:pt x="396570" y="90195"/>
                  </a:lnTo>
                  <a:lnTo>
                    <a:pt x="391236" y="95529"/>
                  </a:lnTo>
                  <a:lnTo>
                    <a:pt x="391236" y="102069"/>
                  </a:lnTo>
                  <a:lnTo>
                    <a:pt x="389521" y="150634"/>
                  </a:lnTo>
                  <a:lnTo>
                    <a:pt x="379501" y="176276"/>
                  </a:lnTo>
                  <a:lnTo>
                    <a:pt x="353872" y="186283"/>
                  </a:lnTo>
                  <a:lnTo>
                    <a:pt x="305308" y="187998"/>
                  </a:lnTo>
                  <a:lnTo>
                    <a:pt x="298754" y="187998"/>
                  </a:lnTo>
                  <a:lnTo>
                    <a:pt x="293420" y="193332"/>
                  </a:lnTo>
                  <a:lnTo>
                    <a:pt x="293420" y="199885"/>
                  </a:lnTo>
                  <a:lnTo>
                    <a:pt x="293700" y="229247"/>
                  </a:lnTo>
                  <a:lnTo>
                    <a:pt x="290436" y="257009"/>
                  </a:lnTo>
                  <a:lnTo>
                    <a:pt x="277406" y="277698"/>
                  </a:lnTo>
                  <a:lnTo>
                    <a:pt x="248450" y="285813"/>
                  </a:lnTo>
                  <a:lnTo>
                    <a:pt x="231902" y="285813"/>
                  </a:lnTo>
                  <a:lnTo>
                    <a:pt x="202946" y="277698"/>
                  </a:lnTo>
                  <a:lnTo>
                    <a:pt x="202412" y="276847"/>
                  </a:lnTo>
                  <a:lnTo>
                    <a:pt x="189928" y="257009"/>
                  </a:lnTo>
                  <a:lnTo>
                    <a:pt x="186651" y="229247"/>
                  </a:lnTo>
                  <a:lnTo>
                    <a:pt x="186766" y="216674"/>
                  </a:lnTo>
                  <a:lnTo>
                    <a:pt x="186931" y="199885"/>
                  </a:lnTo>
                  <a:lnTo>
                    <a:pt x="186931" y="193332"/>
                  </a:lnTo>
                  <a:lnTo>
                    <a:pt x="181597" y="187998"/>
                  </a:lnTo>
                  <a:lnTo>
                    <a:pt x="175044" y="187998"/>
                  </a:lnTo>
                  <a:lnTo>
                    <a:pt x="126479" y="186283"/>
                  </a:lnTo>
                  <a:lnTo>
                    <a:pt x="100850" y="176276"/>
                  </a:lnTo>
                  <a:lnTo>
                    <a:pt x="90830" y="150634"/>
                  </a:lnTo>
                  <a:lnTo>
                    <a:pt x="89128" y="102069"/>
                  </a:lnTo>
                  <a:lnTo>
                    <a:pt x="89128" y="95529"/>
                  </a:lnTo>
                  <a:lnTo>
                    <a:pt x="83781" y="90195"/>
                  </a:lnTo>
                  <a:lnTo>
                    <a:pt x="5334" y="90195"/>
                  </a:lnTo>
                  <a:lnTo>
                    <a:pt x="0" y="95529"/>
                  </a:lnTo>
                  <a:lnTo>
                    <a:pt x="0" y="173977"/>
                  </a:lnTo>
                  <a:lnTo>
                    <a:pt x="5334" y="179311"/>
                  </a:lnTo>
                  <a:lnTo>
                    <a:pt x="11874" y="179311"/>
                  </a:lnTo>
                  <a:lnTo>
                    <a:pt x="60439" y="181025"/>
                  </a:lnTo>
                  <a:lnTo>
                    <a:pt x="86080" y="191046"/>
                  </a:lnTo>
                  <a:lnTo>
                    <a:pt x="96088" y="216674"/>
                  </a:lnTo>
                  <a:lnTo>
                    <a:pt x="97802" y="265239"/>
                  </a:lnTo>
                  <a:lnTo>
                    <a:pt x="97802" y="271792"/>
                  </a:lnTo>
                  <a:lnTo>
                    <a:pt x="103149" y="277126"/>
                  </a:lnTo>
                  <a:lnTo>
                    <a:pt x="109689" y="277126"/>
                  </a:lnTo>
                  <a:lnTo>
                    <a:pt x="139217" y="276872"/>
                  </a:lnTo>
                  <a:lnTo>
                    <a:pt x="166649" y="280123"/>
                  </a:lnTo>
                  <a:lnTo>
                    <a:pt x="166903" y="280123"/>
                  </a:lnTo>
                  <a:lnTo>
                    <a:pt x="187490" y="293141"/>
                  </a:lnTo>
                  <a:lnTo>
                    <a:pt x="195618" y="322097"/>
                  </a:lnTo>
                  <a:lnTo>
                    <a:pt x="195618" y="369595"/>
                  </a:lnTo>
                  <a:lnTo>
                    <a:pt x="197497" y="371475"/>
                  </a:lnTo>
                  <a:lnTo>
                    <a:pt x="282867" y="371475"/>
                  </a:lnTo>
                  <a:lnTo>
                    <a:pt x="284734" y="369595"/>
                  </a:lnTo>
                  <a:lnTo>
                    <a:pt x="284734" y="322097"/>
                  </a:lnTo>
                  <a:lnTo>
                    <a:pt x="292849" y="293141"/>
                  </a:lnTo>
                  <a:lnTo>
                    <a:pt x="304495" y="285813"/>
                  </a:lnTo>
                  <a:lnTo>
                    <a:pt x="313537" y="280123"/>
                  </a:lnTo>
                  <a:lnTo>
                    <a:pt x="341299" y="276847"/>
                  </a:lnTo>
                  <a:lnTo>
                    <a:pt x="370662" y="277126"/>
                  </a:lnTo>
                  <a:lnTo>
                    <a:pt x="377215" y="277126"/>
                  </a:lnTo>
                  <a:lnTo>
                    <a:pt x="377494" y="276847"/>
                  </a:lnTo>
                  <a:lnTo>
                    <a:pt x="382549" y="271792"/>
                  </a:lnTo>
                  <a:lnTo>
                    <a:pt x="382549" y="265239"/>
                  </a:lnTo>
                  <a:lnTo>
                    <a:pt x="384263" y="216674"/>
                  </a:lnTo>
                  <a:lnTo>
                    <a:pt x="394271" y="191046"/>
                  </a:lnTo>
                  <a:lnTo>
                    <a:pt x="419912" y="181025"/>
                  </a:lnTo>
                  <a:lnTo>
                    <a:pt x="468477" y="179311"/>
                  </a:lnTo>
                  <a:lnTo>
                    <a:pt x="475018" y="179311"/>
                  </a:lnTo>
                  <a:lnTo>
                    <a:pt x="476046" y="178282"/>
                  </a:lnTo>
                  <a:lnTo>
                    <a:pt x="476046" y="91224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84295" y="364400"/>
              <a:ext cx="464820" cy="356235"/>
            </a:xfrm>
            <a:custGeom>
              <a:avLst/>
              <a:gdLst/>
              <a:ahLst/>
              <a:cxnLst/>
              <a:rect l="l" t="t" r="r" b="b"/>
              <a:pathLst>
                <a:path w="464819" h="356234">
                  <a:moveTo>
                    <a:pt x="464451" y="285280"/>
                  </a:moveTo>
                  <a:lnTo>
                    <a:pt x="0" y="285280"/>
                  </a:lnTo>
                  <a:lnTo>
                    <a:pt x="0" y="356158"/>
                  </a:lnTo>
                  <a:lnTo>
                    <a:pt x="464451" y="356158"/>
                  </a:lnTo>
                  <a:lnTo>
                    <a:pt x="464451" y="285280"/>
                  </a:lnTo>
                  <a:close/>
                </a:path>
                <a:path w="464819" h="356234">
                  <a:moveTo>
                    <a:pt x="464451" y="142468"/>
                  </a:moveTo>
                  <a:lnTo>
                    <a:pt x="0" y="142468"/>
                  </a:lnTo>
                  <a:lnTo>
                    <a:pt x="0" y="213347"/>
                  </a:lnTo>
                  <a:lnTo>
                    <a:pt x="464451" y="213347"/>
                  </a:lnTo>
                  <a:lnTo>
                    <a:pt x="464451" y="142468"/>
                  </a:lnTo>
                  <a:close/>
                </a:path>
                <a:path w="464819" h="356234">
                  <a:moveTo>
                    <a:pt x="464451" y="0"/>
                  </a:moveTo>
                  <a:lnTo>
                    <a:pt x="0" y="0"/>
                  </a:lnTo>
                  <a:lnTo>
                    <a:pt x="0" y="70878"/>
                  </a:lnTo>
                  <a:lnTo>
                    <a:pt x="464451" y="70878"/>
                  </a:lnTo>
                  <a:lnTo>
                    <a:pt x="46445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32008" y="8875435"/>
              <a:ext cx="2219325" cy="762000"/>
            </a:xfrm>
            <a:custGeom>
              <a:avLst/>
              <a:gdLst/>
              <a:ahLst/>
              <a:cxnLst/>
              <a:rect l="l" t="t" r="r" b="b"/>
              <a:pathLst>
                <a:path w="2219325" h="762000">
                  <a:moveTo>
                    <a:pt x="2219324" y="439543"/>
                  </a:moveTo>
                  <a:lnTo>
                    <a:pt x="2212245" y="477129"/>
                  </a:lnTo>
                  <a:lnTo>
                    <a:pt x="2198168" y="521235"/>
                  </a:lnTo>
                  <a:lnTo>
                    <a:pt x="2179081" y="562843"/>
                  </a:lnTo>
                  <a:lnTo>
                    <a:pt x="2155343" y="601594"/>
                  </a:lnTo>
                  <a:lnTo>
                    <a:pt x="2127314" y="637130"/>
                  </a:lnTo>
                  <a:lnTo>
                    <a:pt x="2095352" y="669092"/>
                  </a:lnTo>
                  <a:lnTo>
                    <a:pt x="2059816" y="697121"/>
                  </a:lnTo>
                  <a:lnTo>
                    <a:pt x="2021064" y="720859"/>
                  </a:lnTo>
                  <a:lnTo>
                    <a:pt x="1979456" y="739946"/>
                  </a:lnTo>
                  <a:lnTo>
                    <a:pt x="1935351" y="754024"/>
                  </a:lnTo>
                  <a:lnTo>
                    <a:pt x="1893004" y="761999"/>
                  </a:lnTo>
                </a:path>
                <a:path w="2219325" h="762000">
                  <a:moveTo>
                    <a:pt x="330934" y="761999"/>
                  </a:moveTo>
                  <a:lnTo>
                    <a:pt x="288586" y="754024"/>
                  </a:lnTo>
                  <a:lnTo>
                    <a:pt x="244480" y="739946"/>
                  </a:lnTo>
                  <a:lnTo>
                    <a:pt x="202873" y="720859"/>
                  </a:lnTo>
                  <a:lnTo>
                    <a:pt x="164121" y="697121"/>
                  </a:lnTo>
                  <a:lnTo>
                    <a:pt x="128585" y="669092"/>
                  </a:lnTo>
                  <a:lnTo>
                    <a:pt x="96623" y="637130"/>
                  </a:lnTo>
                  <a:lnTo>
                    <a:pt x="68594" y="601594"/>
                  </a:lnTo>
                  <a:lnTo>
                    <a:pt x="44857" y="562842"/>
                  </a:lnTo>
                  <a:lnTo>
                    <a:pt x="25770" y="521234"/>
                  </a:lnTo>
                  <a:lnTo>
                    <a:pt x="11692" y="477129"/>
                  </a:lnTo>
                  <a:lnTo>
                    <a:pt x="2982" y="430884"/>
                  </a:lnTo>
                  <a:lnTo>
                    <a:pt x="0" y="382860"/>
                  </a:lnTo>
                  <a:lnTo>
                    <a:pt x="2983" y="334835"/>
                  </a:lnTo>
                  <a:lnTo>
                    <a:pt x="11692" y="288591"/>
                  </a:lnTo>
                  <a:lnTo>
                    <a:pt x="25770" y="244485"/>
                  </a:lnTo>
                  <a:lnTo>
                    <a:pt x="44857" y="202877"/>
                  </a:lnTo>
                  <a:lnTo>
                    <a:pt x="68595" y="164126"/>
                  </a:lnTo>
                  <a:lnTo>
                    <a:pt x="96624" y="128590"/>
                  </a:lnTo>
                  <a:lnTo>
                    <a:pt x="128586" y="96628"/>
                  </a:lnTo>
                  <a:lnTo>
                    <a:pt x="164122" y="68599"/>
                  </a:lnTo>
                  <a:lnTo>
                    <a:pt x="202873" y="44862"/>
                  </a:lnTo>
                  <a:lnTo>
                    <a:pt x="244481" y="25775"/>
                  </a:lnTo>
                  <a:lnTo>
                    <a:pt x="288586" y="11697"/>
                  </a:lnTo>
                  <a:lnTo>
                    <a:pt x="334831" y="2987"/>
                  </a:lnTo>
                  <a:lnTo>
                    <a:pt x="382855" y="0"/>
                  </a:lnTo>
                  <a:lnTo>
                    <a:pt x="1841082" y="0"/>
                  </a:lnTo>
                  <a:lnTo>
                    <a:pt x="1889106" y="2987"/>
                  </a:lnTo>
                  <a:lnTo>
                    <a:pt x="1935351" y="11697"/>
                  </a:lnTo>
                  <a:lnTo>
                    <a:pt x="1979456" y="25774"/>
                  </a:lnTo>
                  <a:lnTo>
                    <a:pt x="2021064" y="44861"/>
                  </a:lnTo>
                  <a:lnTo>
                    <a:pt x="2059815" y="68599"/>
                  </a:lnTo>
                  <a:lnTo>
                    <a:pt x="2095351" y="96628"/>
                  </a:lnTo>
                  <a:lnTo>
                    <a:pt x="2127313" y="128590"/>
                  </a:lnTo>
                  <a:lnTo>
                    <a:pt x="2155343" y="164126"/>
                  </a:lnTo>
                  <a:lnTo>
                    <a:pt x="2179080" y="202877"/>
                  </a:lnTo>
                  <a:lnTo>
                    <a:pt x="2198167" y="244485"/>
                  </a:lnTo>
                  <a:lnTo>
                    <a:pt x="2212245" y="288590"/>
                  </a:lnTo>
                  <a:lnTo>
                    <a:pt x="2219324" y="326177"/>
                  </a:lnTo>
                </a:path>
              </a:pathLst>
            </a:custGeom>
            <a:ln w="38099">
              <a:solidFill>
                <a:srgbClr val="FF6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415190" y="9088192"/>
            <a:ext cx="14579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solidFill>
                  <a:srgbClr val="FF6138"/>
                </a:solidFill>
                <a:latin typeface="Verdana"/>
                <a:cs typeface="Verdana"/>
              </a:rPr>
              <a:t>NEXT</a:t>
            </a:r>
            <a:r>
              <a:rPr sz="1900" spc="-155" dirty="0">
                <a:solidFill>
                  <a:srgbClr val="FF6138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6138"/>
                </a:solidFill>
                <a:latin typeface="Verdana"/>
                <a:cs typeface="Verdana"/>
              </a:rPr>
              <a:t>SLIDE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4874" y="1433488"/>
            <a:ext cx="14959330" cy="6534150"/>
            <a:chOff x="774874" y="1433488"/>
            <a:chExt cx="14959330" cy="6534150"/>
          </a:xfrm>
        </p:grpSpPr>
        <p:sp>
          <p:nvSpPr>
            <p:cNvPr id="11" name="object 11"/>
            <p:cNvSpPr/>
            <p:nvPr/>
          </p:nvSpPr>
          <p:spPr>
            <a:xfrm>
              <a:off x="774865" y="2827692"/>
              <a:ext cx="8973820" cy="4452620"/>
            </a:xfrm>
            <a:custGeom>
              <a:avLst/>
              <a:gdLst/>
              <a:ahLst/>
              <a:cxnLst/>
              <a:rect l="l" t="t" r="r" b="b"/>
              <a:pathLst>
                <a:path w="8973820" h="4452620">
                  <a:moveTo>
                    <a:pt x="1208824" y="3653396"/>
                  </a:moveTo>
                  <a:lnTo>
                    <a:pt x="1163789" y="3553853"/>
                  </a:lnTo>
                  <a:lnTo>
                    <a:pt x="699223" y="3745839"/>
                  </a:lnTo>
                  <a:lnTo>
                    <a:pt x="715962" y="3705542"/>
                  </a:lnTo>
                  <a:lnTo>
                    <a:pt x="891209" y="3283648"/>
                  </a:lnTo>
                  <a:lnTo>
                    <a:pt x="794029" y="3243351"/>
                  </a:lnTo>
                  <a:lnTo>
                    <a:pt x="602043" y="3705542"/>
                  </a:lnTo>
                  <a:lnTo>
                    <a:pt x="410057" y="3243351"/>
                  </a:lnTo>
                  <a:lnTo>
                    <a:pt x="312877" y="3283648"/>
                  </a:lnTo>
                  <a:lnTo>
                    <a:pt x="502488" y="3745839"/>
                  </a:lnTo>
                  <a:lnTo>
                    <a:pt x="40297" y="3556216"/>
                  </a:lnTo>
                  <a:lnTo>
                    <a:pt x="0" y="3653396"/>
                  </a:lnTo>
                  <a:lnTo>
                    <a:pt x="462203" y="3845382"/>
                  </a:lnTo>
                  <a:lnTo>
                    <a:pt x="0" y="4037380"/>
                  </a:lnTo>
                  <a:lnTo>
                    <a:pt x="40297" y="4134561"/>
                  </a:lnTo>
                  <a:lnTo>
                    <a:pt x="502488" y="3942562"/>
                  </a:lnTo>
                  <a:lnTo>
                    <a:pt x="312877" y="4407128"/>
                  </a:lnTo>
                  <a:lnTo>
                    <a:pt x="410057" y="4452163"/>
                  </a:lnTo>
                  <a:lnTo>
                    <a:pt x="602043" y="3985234"/>
                  </a:lnTo>
                  <a:lnTo>
                    <a:pt x="794029" y="4452163"/>
                  </a:lnTo>
                  <a:lnTo>
                    <a:pt x="891209" y="4407128"/>
                  </a:lnTo>
                  <a:lnTo>
                    <a:pt x="716851" y="3985234"/>
                  </a:lnTo>
                  <a:lnTo>
                    <a:pt x="699223" y="3942562"/>
                  </a:lnTo>
                  <a:lnTo>
                    <a:pt x="1163789" y="4134561"/>
                  </a:lnTo>
                  <a:lnTo>
                    <a:pt x="1208824" y="4037380"/>
                  </a:lnTo>
                  <a:lnTo>
                    <a:pt x="978230" y="3942562"/>
                  </a:lnTo>
                  <a:lnTo>
                    <a:pt x="741883" y="3845382"/>
                  </a:lnTo>
                  <a:lnTo>
                    <a:pt x="983996" y="3745839"/>
                  </a:lnTo>
                  <a:lnTo>
                    <a:pt x="1208824" y="3653396"/>
                  </a:lnTo>
                  <a:close/>
                </a:path>
                <a:path w="8973820" h="4452620">
                  <a:moveTo>
                    <a:pt x="8973541" y="410057"/>
                  </a:moveTo>
                  <a:lnTo>
                    <a:pt x="8928506" y="310502"/>
                  </a:lnTo>
                  <a:lnTo>
                    <a:pt x="8463940" y="502488"/>
                  </a:lnTo>
                  <a:lnTo>
                    <a:pt x="8480679" y="462203"/>
                  </a:lnTo>
                  <a:lnTo>
                    <a:pt x="8655926" y="40297"/>
                  </a:lnTo>
                  <a:lnTo>
                    <a:pt x="8558746" y="0"/>
                  </a:lnTo>
                  <a:lnTo>
                    <a:pt x="8366760" y="462203"/>
                  </a:lnTo>
                  <a:lnTo>
                    <a:pt x="8174774" y="0"/>
                  </a:lnTo>
                  <a:lnTo>
                    <a:pt x="8077594" y="40297"/>
                  </a:lnTo>
                  <a:lnTo>
                    <a:pt x="8267205" y="502488"/>
                  </a:lnTo>
                  <a:lnTo>
                    <a:pt x="7805013" y="312877"/>
                  </a:lnTo>
                  <a:lnTo>
                    <a:pt x="7764716" y="410057"/>
                  </a:lnTo>
                  <a:lnTo>
                    <a:pt x="8226920" y="602043"/>
                  </a:lnTo>
                  <a:lnTo>
                    <a:pt x="7764716" y="794029"/>
                  </a:lnTo>
                  <a:lnTo>
                    <a:pt x="7805013" y="891209"/>
                  </a:lnTo>
                  <a:lnTo>
                    <a:pt x="8267205" y="699223"/>
                  </a:lnTo>
                  <a:lnTo>
                    <a:pt x="8077594" y="1163789"/>
                  </a:lnTo>
                  <a:lnTo>
                    <a:pt x="8174774" y="1208824"/>
                  </a:lnTo>
                  <a:lnTo>
                    <a:pt x="8366760" y="741883"/>
                  </a:lnTo>
                  <a:lnTo>
                    <a:pt x="8558746" y="1208824"/>
                  </a:lnTo>
                  <a:lnTo>
                    <a:pt x="8655926" y="1163789"/>
                  </a:lnTo>
                  <a:lnTo>
                    <a:pt x="8481568" y="741883"/>
                  </a:lnTo>
                  <a:lnTo>
                    <a:pt x="8463940" y="699223"/>
                  </a:lnTo>
                  <a:lnTo>
                    <a:pt x="8928506" y="891209"/>
                  </a:lnTo>
                  <a:lnTo>
                    <a:pt x="8973541" y="794029"/>
                  </a:lnTo>
                  <a:lnTo>
                    <a:pt x="8742947" y="699223"/>
                  </a:lnTo>
                  <a:lnTo>
                    <a:pt x="8506600" y="602043"/>
                  </a:lnTo>
                  <a:lnTo>
                    <a:pt x="8748712" y="502488"/>
                  </a:lnTo>
                  <a:lnTo>
                    <a:pt x="8973541" y="410057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43122" y="1433488"/>
              <a:ext cx="3190874" cy="64674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6595" y="1433488"/>
              <a:ext cx="4114799" cy="65341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2563" y="359825"/>
            <a:ext cx="9124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40" dirty="0">
                <a:solidFill>
                  <a:srgbClr val="E7E7E7"/>
                </a:solidFill>
                <a:latin typeface="Verdana"/>
                <a:cs typeface="Verdana"/>
              </a:rPr>
              <a:t>ABOUT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209007" y="359825"/>
            <a:ext cx="12560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55" dirty="0">
                <a:solidFill>
                  <a:srgbClr val="E7E7E7"/>
                </a:solidFill>
                <a:latin typeface="Tahoma"/>
                <a:cs typeface="Tahoma"/>
              </a:rPr>
              <a:t>CONTENT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3717" y="7845730"/>
            <a:ext cx="6797675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5599"/>
              </a:lnSpc>
              <a:spcBef>
                <a:spcPts val="100"/>
              </a:spcBef>
            </a:pPr>
            <a:r>
              <a:rPr sz="4000" spc="-65" dirty="0">
                <a:solidFill>
                  <a:srgbClr val="E7E7E7"/>
                </a:solidFill>
                <a:latin typeface="Verdana"/>
                <a:cs typeface="Verdana"/>
              </a:rPr>
              <a:t>"Used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45" dirty="0">
                <a:solidFill>
                  <a:srgbClr val="E7E7E7"/>
                </a:solidFill>
                <a:latin typeface="Verdana"/>
                <a:cs typeface="Verdana"/>
              </a:rPr>
              <a:t>WHERE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55" dirty="0">
                <a:solidFill>
                  <a:srgbClr val="E7E7E7"/>
                </a:solidFill>
                <a:latin typeface="Verdana"/>
                <a:cs typeface="Verdana"/>
              </a:rPr>
              <a:t>with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50" dirty="0">
                <a:solidFill>
                  <a:srgbClr val="E7E7E7"/>
                </a:solidFill>
                <a:latin typeface="Verdana"/>
                <a:cs typeface="Verdana"/>
              </a:rPr>
              <a:t>a </a:t>
            </a:r>
            <a:r>
              <a:rPr sz="4000" spc="-75" dirty="0">
                <a:solidFill>
                  <a:srgbClr val="E7E7E7"/>
                </a:solidFill>
                <a:latin typeface="Verdana"/>
                <a:cs typeface="Verdana"/>
              </a:rPr>
              <a:t>numerical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condition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855" dirty="0">
                <a:solidFill>
                  <a:srgbClr val="E7E7E7"/>
                </a:solidFill>
                <a:latin typeface="Verdana"/>
                <a:cs typeface="Verdana"/>
              </a:rPr>
              <a:t>(&gt;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0" dirty="0">
                <a:solidFill>
                  <a:srgbClr val="E7E7E7"/>
                </a:solidFill>
                <a:latin typeface="Verdana"/>
                <a:cs typeface="Verdana"/>
              </a:rPr>
              <a:t>300)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4000" spc="-36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find</a:t>
            </a:r>
            <a:r>
              <a:rPr sz="4000" spc="-36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70" dirty="0">
                <a:solidFill>
                  <a:srgbClr val="E7E7E7"/>
                </a:solidFill>
                <a:latin typeface="Verdana"/>
                <a:cs typeface="Verdana"/>
              </a:rPr>
              <a:t>high-range</a:t>
            </a:r>
            <a:r>
              <a:rPr sz="4000" spc="-36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95" dirty="0">
                <a:solidFill>
                  <a:srgbClr val="E7E7E7"/>
                </a:solidFill>
                <a:latin typeface="Verdana"/>
                <a:cs typeface="Verdana"/>
              </a:rPr>
              <a:t>c</a:t>
            </a:r>
            <a:r>
              <a:rPr sz="4000" spc="90" dirty="0">
                <a:solidFill>
                  <a:srgbClr val="E7E7E7"/>
                </a:solidFill>
                <a:latin typeface="Verdana"/>
                <a:cs typeface="Verdana"/>
              </a:rPr>
              <a:t>ar</a:t>
            </a:r>
            <a:r>
              <a:rPr sz="4000" spc="45" dirty="0">
                <a:solidFill>
                  <a:srgbClr val="E7E7E7"/>
                </a:solidFill>
                <a:latin typeface="Verdana"/>
                <a:cs typeface="Verdana"/>
              </a:rPr>
              <a:t>s</a:t>
            </a:r>
            <a:r>
              <a:rPr sz="4000" spc="-590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4000" spc="100" dirty="0">
                <a:solidFill>
                  <a:srgbClr val="E7E7E7"/>
                </a:solidFill>
                <a:latin typeface="Verdana"/>
                <a:cs typeface="Verdana"/>
              </a:rPr>
              <a:t>"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68839" y="7845730"/>
            <a:ext cx="6336030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5599"/>
              </a:lnSpc>
              <a:spcBef>
                <a:spcPts val="100"/>
              </a:spcBef>
            </a:pPr>
            <a:r>
              <a:rPr sz="4000" spc="-65" dirty="0">
                <a:solidFill>
                  <a:srgbClr val="E7E7E7"/>
                </a:solidFill>
                <a:latin typeface="Verdana"/>
                <a:cs typeface="Verdana"/>
              </a:rPr>
              <a:t>"Used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30" dirty="0">
                <a:solidFill>
                  <a:srgbClr val="E7E7E7"/>
                </a:solidFill>
                <a:latin typeface="Verdana"/>
                <a:cs typeface="Verdana"/>
              </a:rPr>
              <a:t>SELECT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for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specific </a:t>
            </a:r>
            <a:r>
              <a:rPr sz="4000" spc="-55" dirty="0">
                <a:solidFill>
                  <a:srgbClr val="E7E7E7"/>
                </a:solidFill>
                <a:latin typeface="Verdana"/>
                <a:cs typeface="Verdana"/>
              </a:rPr>
              <a:t>columns</a:t>
            </a:r>
            <a:r>
              <a:rPr sz="4000" spc="-38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4000" spc="-38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30" dirty="0">
                <a:solidFill>
                  <a:srgbClr val="E7E7E7"/>
                </a:solidFill>
                <a:latin typeface="Verdana"/>
                <a:cs typeface="Verdana"/>
              </a:rPr>
              <a:t>map</a:t>
            </a:r>
            <a:r>
              <a:rPr sz="4000" spc="-38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car locations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40" dirty="0">
                <a:solidFill>
                  <a:srgbClr val="E7E7E7"/>
                </a:solidFill>
                <a:latin typeface="Verdana"/>
                <a:cs typeface="Verdana"/>
              </a:rPr>
              <a:t>by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125" dirty="0">
                <a:solidFill>
                  <a:srgbClr val="E7E7E7"/>
                </a:solidFill>
                <a:latin typeface="Verdana"/>
                <a:cs typeface="Verdana"/>
              </a:rPr>
              <a:t>c</a:t>
            </a:r>
            <a:r>
              <a:rPr sz="4000" spc="130" dirty="0">
                <a:solidFill>
                  <a:srgbClr val="E7E7E7"/>
                </a:solidFill>
                <a:latin typeface="Verdana"/>
                <a:cs typeface="Verdana"/>
              </a:rPr>
              <a:t>i</a:t>
            </a:r>
            <a:r>
              <a:rPr sz="4000" spc="125" dirty="0">
                <a:solidFill>
                  <a:srgbClr val="E7E7E7"/>
                </a:solidFill>
                <a:latin typeface="Verdana"/>
                <a:cs typeface="Verdana"/>
              </a:rPr>
              <a:t>t</a:t>
            </a:r>
            <a:r>
              <a:rPr sz="4000" spc="-190" dirty="0">
                <a:solidFill>
                  <a:srgbClr val="E7E7E7"/>
                </a:solidFill>
                <a:latin typeface="Verdana"/>
                <a:cs typeface="Verdana"/>
              </a:rPr>
              <a:t>y</a:t>
            </a:r>
            <a:r>
              <a:rPr sz="4000" spc="-560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4000" spc="130" dirty="0">
                <a:solidFill>
                  <a:srgbClr val="E7E7E7"/>
                </a:solidFill>
                <a:latin typeface="Verdana"/>
                <a:cs typeface="Verdana"/>
              </a:rPr>
              <a:t>"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64392"/>
            <a:ext cx="18288000" cy="9923145"/>
            <a:chOff x="0" y="364392"/>
            <a:chExt cx="18288000" cy="99231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5863" y="675388"/>
              <a:ext cx="10229087" cy="961161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32375"/>
              <a:ext cx="7205471" cy="57546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024741"/>
              <a:ext cx="18288000" cy="27305"/>
            </a:xfrm>
            <a:custGeom>
              <a:avLst/>
              <a:gdLst/>
              <a:ahLst/>
              <a:cxnLst/>
              <a:rect l="l" t="t" r="r" b="b"/>
              <a:pathLst>
                <a:path w="18288000" h="27305">
                  <a:moveTo>
                    <a:pt x="0" y="26702"/>
                  </a:moveTo>
                  <a:lnTo>
                    <a:pt x="0" y="17177"/>
                  </a:lnTo>
                  <a:lnTo>
                    <a:pt x="18287999" y="0"/>
                  </a:lnTo>
                  <a:lnTo>
                    <a:pt x="18287999" y="9525"/>
                  </a:lnTo>
                  <a:lnTo>
                    <a:pt x="0" y="2670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083" y="364400"/>
              <a:ext cx="476250" cy="371475"/>
            </a:xfrm>
            <a:custGeom>
              <a:avLst/>
              <a:gdLst/>
              <a:ahLst/>
              <a:cxnLst/>
              <a:rect l="l" t="t" r="r" b="b"/>
              <a:pathLst>
                <a:path w="476250" h="371475">
                  <a:moveTo>
                    <a:pt x="382727" y="5334"/>
                  </a:moveTo>
                  <a:lnTo>
                    <a:pt x="377393" y="0"/>
                  </a:lnTo>
                  <a:lnTo>
                    <a:pt x="298259" y="0"/>
                  </a:lnTo>
                  <a:lnTo>
                    <a:pt x="292912" y="5334"/>
                  </a:lnTo>
                  <a:lnTo>
                    <a:pt x="292912" y="55638"/>
                  </a:lnTo>
                  <a:lnTo>
                    <a:pt x="289598" y="72390"/>
                  </a:lnTo>
                  <a:lnTo>
                    <a:pt x="282105" y="86067"/>
                  </a:lnTo>
                  <a:lnTo>
                    <a:pt x="268897" y="95300"/>
                  </a:lnTo>
                  <a:lnTo>
                    <a:pt x="248386" y="98691"/>
                  </a:lnTo>
                  <a:lnTo>
                    <a:pt x="231825" y="98691"/>
                  </a:lnTo>
                  <a:lnTo>
                    <a:pt x="211632" y="95427"/>
                  </a:lnTo>
                  <a:lnTo>
                    <a:pt x="198501" y="86525"/>
                  </a:lnTo>
                  <a:lnTo>
                    <a:pt x="190919" y="73279"/>
                  </a:lnTo>
                  <a:lnTo>
                    <a:pt x="187439" y="57010"/>
                  </a:lnTo>
                  <a:lnTo>
                    <a:pt x="187439" y="5334"/>
                  </a:lnTo>
                  <a:lnTo>
                    <a:pt x="182092" y="0"/>
                  </a:lnTo>
                  <a:lnTo>
                    <a:pt x="109499" y="0"/>
                  </a:lnTo>
                  <a:lnTo>
                    <a:pt x="102958" y="0"/>
                  </a:lnTo>
                  <a:lnTo>
                    <a:pt x="97624" y="5334"/>
                  </a:lnTo>
                  <a:lnTo>
                    <a:pt x="97624" y="84467"/>
                  </a:lnTo>
                  <a:lnTo>
                    <a:pt x="102958" y="89814"/>
                  </a:lnTo>
                  <a:lnTo>
                    <a:pt x="115658" y="89814"/>
                  </a:lnTo>
                  <a:lnTo>
                    <a:pt x="115519" y="89954"/>
                  </a:lnTo>
                  <a:lnTo>
                    <a:pt x="124333" y="89814"/>
                  </a:lnTo>
                  <a:lnTo>
                    <a:pt x="142163" y="89814"/>
                  </a:lnTo>
                  <a:lnTo>
                    <a:pt x="162445" y="91948"/>
                  </a:lnTo>
                  <a:lnTo>
                    <a:pt x="179476" y="98628"/>
                  </a:lnTo>
                  <a:lnTo>
                    <a:pt x="191185" y="112191"/>
                  </a:lnTo>
                  <a:lnTo>
                    <a:pt x="195541" y="134975"/>
                  </a:lnTo>
                  <a:lnTo>
                    <a:pt x="195541" y="182473"/>
                  </a:lnTo>
                  <a:lnTo>
                    <a:pt x="200875" y="187820"/>
                  </a:lnTo>
                  <a:lnTo>
                    <a:pt x="279323" y="187820"/>
                  </a:lnTo>
                  <a:lnTo>
                    <a:pt x="284670" y="182473"/>
                  </a:lnTo>
                  <a:lnTo>
                    <a:pt x="284670" y="134975"/>
                  </a:lnTo>
                  <a:lnTo>
                    <a:pt x="289001" y="112268"/>
                  </a:lnTo>
                  <a:lnTo>
                    <a:pt x="300634" y="98704"/>
                  </a:lnTo>
                  <a:lnTo>
                    <a:pt x="317538" y="91986"/>
                  </a:lnTo>
                  <a:lnTo>
                    <a:pt x="337654" y="89814"/>
                  </a:lnTo>
                  <a:lnTo>
                    <a:pt x="356171" y="89814"/>
                  </a:lnTo>
                  <a:lnTo>
                    <a:pt x="361073" y="89903"/>
                  </a:lnTo>
                  <a:lnTo>
                    <a:pt x="365912" y="90004"/>
                  </a:lnTo>
                  <a:lnTo>
                    <a:pt x="373354" y="90004"/>
                  </a:lnTo>
                  <a:lnTo>
                    <a:pt x="375907" y="89052"/>
                  </a:lnTo>
                  <a:lnTo>
                    <a:pt x="377939" y="87464"/>
                  </a:lnTo>
                  <a:lnTo>
                    <a:pt x="380834" y="85280"/>
                  </a:lnTo>
                  <a:lnTo>
                    <a:pt x="382727" y="81813"/>
                  </a:lnTo>
                  <a:lnTo>
                    <a:pt x="382727" y="5334"/>
                  </a:lnTo>
                  <a:close/>
                </a:path>
                <a:path w="476250" h="371475">
                  <a:moveTo>
                    <a:pt x="476046" y="91224"/>
                  </a:moveTo>
                  <a:lnTo>
                    <a:pt x="475018" y="90195"/>
                  </a:lnTo>
                  <a:lnTo>
                    <a:pt x="396570" y="90195"/>
                  </a:lnTo>
                  <a:lnTo>
                    <a:pt x="391236" y="95529"/>
                  </a:lnTo>
                  <a:lnTo>
                    <a:pt x="391236" y="102069"/>
                  </a:lnTo>
                  <a:lnTo>
                    <a:pt x="389521" y="150634"/>
                  </a:lnTo>
                  <a:lnTo>
                    <a:pt x="379501" y="176276"/>
                  </a:lnTo>
                  <a:lnTo>
                    <a:pt x="353872" y="186283"/>
                  </a:lnTo>
                  <a:lnTo>
                    <a:pt x="305308" y="187998"/>
                  </a:lnTo>
                  <a:lnTo>
                    <a:pt x="298754" y="187998"/>
                  </a:lnTo>
                  <a:lnTo>
                    <a:pt x="293420" y="193332"/>
                  </a:lnTo>
                  <a:lnTo>
                    <a:pt x="293420" y="199885"/>
                  </a:lnTo>
                  <a:lnTo>
                    <a:pt x="293700" y="229247"/>
                  </a:lnTo>
                  <a:lnTo>
                    <a:pt x="290436" y="257009"/>
                  </a:lnTo>
                  <a:lnTo>
                    <a:pt x="277406" y="277698"/>
                  </a:lnTo>
                  <a:lnTo>
                    <a:pt x="248450" y="285813"/>
                  </a:lnTo>
                  <a:lnTo>
                    <a:pt x="231902" y="285813"/>
                  </a:lnTo>
                  <a:lnTo>
                    <a:pt x="202946" y="277698"/>
                  </a:lnTo>
                  <a:lnTo>
                    <a:pt x="202412" y="276847"/>
                  </a:lnTo>
                  <a:lnTo>
                    <a:pt x="189928" y="257009"/>
                  </a:lnTo>
                  <a:lnTo>
                    <a:pt x="186651" y="229247"/>
                  </a:lnTo>
                  <a:lnTo>
                    <a:pt x="186766" y="216674"/>
                  </a:lnTo>
                  <a:lnTo>
                    <a:pt x="186931" y="199885"/>
                  </a:lnTo>
                  <a:lnTo>
                    <a:pt x="186931" y="193332"/>
                  </a:lnTo>
                  <a:lnTo>
                    <a:pt x="181597" y="187998"/>
                  </a:lnTo>
                  <a:lnTo>
                    <a:pt x="175044" y="187998"/>
                  </a:lnTo>
                  <a:lnTo>
                    <a:pt x="126479" y="186283"/>
                  </a:lnTo>
                  <a:lnTo>
                    <a:pt x="100850" y="176276"/>
                  </a:lnTo>
                  <a:lnTo>
                    <a:pt x="90830" y="150634"/>
                  </a:lnTo>
                  <a:lnTo>
                    <a:pt x="89128" y="102069"/>
                  </a:lnTo>
                  <a:lnTo>
                    <a:pt x="89128" y="95529"/>
                  </a:lnTo>
                  <a:lnTo>
                    <a:pt x="83781" y="90195"/>
                  </a:lnTo>
                  <a:lnTo>
                    <a:pt x="5334" y="90195"/>
                  </a:lnTo>
                  <a:lnTo>
                    <a:pt x="0" y="95529"/>
                  </a:lnTo>
                  <a:lnTo>
                    <a:pt x="0" y="173977"/>
                  </a:lnTo>
                  <a:lnTo>
                    <a:pt x="5334" y="179311"/>
                  </a:lnTo>
                  <a:lnTo>
                    <a:pt x="11874" y="179311"/>
                  </a:lnTo>
                  <a:lnTo>
                    <a:pt x="60439" y="181025"/>
                  </a:lnTo>
                  <a:lnTo>
                    <a:pt x="86080" y="191046"/>
                  </a:lnTo>
                  <a:lnTo>
                    <a:pt x="96088" y="216674"/>
                  </a:lnTo>
                  <a:lnTo>
                    <a:pt x="97802" y="265239"/>
                  </a:lnTo>
                  <a:lnTo>
                    <a:pt x="97802" y="271792"/>
                  </a:lnTo>
                  <a:lnTo>
                    <a:pt x="103149" y="277126"/>
                  </a:lnTo>
                  <a:lnTo>
                    <a:pt x="109689" y="277126"/>
                  </a:lnTo>
                  <a:lnTo>
                    <a:pt x="139217" y="276872"/>
                  </a:lnTo>
                  <a:lnTo>
                    <a:pt x="166649" y="280123"/>
                  </a:lnTo>
                  <a:lnTo>
                    <a:pt x="166903" y="280123"/>
                  </a:lnTo>
                  <a:lnTo>
                    <a:pt x="187490" y="293141"/>
                  </a:lnTo>
                  <a:lnTo>
                    <a:pt x="195618" y="322097"/>
                  </a:lnTo>
                  <a:lnTo>
                    <a:pt x="195618" y="369595"/>
                  </a:lnTo>
                  <a:lnTo>
                    <a:pt x="197497" y="371475"/>
                  </a:lnTo>
                  <a:lnTo>
                    <a:pt x="282867" y="371475"/>
                  </a:lnTo>
                  <a:lnTo>
                    <a:pt x="284734" y="369595"/>
                  </a:lnTo>
                  <a:lnTo>
                    <a:pt x="284734" y="322097"/>
                  </a:lnTo>
                  <a:lnTo>
                    <a:pt x="292849" y="293141"/>
                  </a:lnTo>
                  <a:lnTo>
                    <a:pt x="304495" y="285813"/>
                  </a:lnTo>
                  <a:lnTo>
                    <a:pt x="313537" y="280123"/>
                  </a:lnTo>
                  <a:lnTo>
                    <a:pt x="341299" y="276847"/>
                  </a:lnTo>
                  <a:lnTo>
                    <a:pt x="370662" y="277126"/>
                  </a:lnTo>
                  <a:lnTo>
                    <a:pt x="377215" y="277126"/>
                  </a:lnTo>
                  <a:lnTo>
                    <a:pt x="377494" y="276847"/>
                  </a:lnTo>
                  <a:lnTo>
                    <a:pt x="382549" y="271792"/>
                  </a:lnTo>
                  <a:lnTo>
                    <a:pt x="382549" y="265239"/>
                  </a:lnTo>
                  <a:lnTo>
                    <a:pt x="384263" y="216674"/>
                  </a:lnTo>
                  <a:lnTo>
                    <a:pt x="394271" y="191046"/>
                  </a:lnTo>
                  <a:lnTo>
                    <a:pt x="419912" y="181025"/>
                  </a:lnTo>
                  <a:lnTo>
                    <a:pt x="468477" y="179311"/>
                  </a:lnTo>
                  <a:lnTo>
                    <a:pt x="475018" y="179311"/>
                  </a:lnTo>
                  <a:lnTo>
                    <a:pt x="476046" y="178282"/>
                  </a:lnTo>
                  <a:lnTo>
                    <a:pt x="476046" y="91224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84295" y="364400"/>
              <a:ext cx="464820" cy="356235"/>
            </a:xfrm>
            <a:custGeom>
              <a:avLst/>
              <a:gdLst/>
              <a:ahLst/>
              <a:cxnLst/>
              <a:rect l="l" t="t" r="r" b="b"/>
              <a:pathLst>
                <a:path w="464819" h="356234">
                  <a:moveTo>
                    <a:pt x="464451" y="285280"/>
                  </a:moveTo>
                  <a:lnTo>
                    <a:pt x="0" y="285280"/>
                  </a:lnTo>
                  <a:lnTo>
                    <a:pt x="0" y="356158"/>
                  </a:lnTo>
                  <a:lnTo>
                    <a:pt x="464451" y="356158"/>
                  </a:lnTo>
                  <a:lnTo>
                    <a:pt x="464451" y="285280"/>
                  </a:lnTo>
                  <a:close/>
                </a:path>
                <a:path w="464819" h="356234">
                  <a:moveTo>
                    <a:pt x="464451" y="142468"/>
                  </a:moveTo>
                  <a:lnTo>
                    <a:pt x="0" y="142468"/>
                  </a:lnTo>
                  <a:lnTo>
                    <a:pt x="0" y="213347"/>
                  </a:lnTo>
                  <a:lnTo>
                    <a:pt x="464451" y="213347"/>
                  </a:lnTo>
                  <a:lnTo>
                    <a:pt x="464451" y="142468"/>
                  </a:lnTo>
                  <a:close/>
                </a:path>
                <a:path w="464819" h="356234">
                  <a:moveTo>
                    <a:pt x="464451" y="0"/>
                  </a:moveTo>
                  <a:lnTo>
                    <a:pt x="0" y="0"/>
                  </a:lnTo>
                  <a:lnTo>
                    <a:pt x="0" y="70878"/>
                  </a:lnTo>
                  <a:lnTo>
                    <a:pt x="464451" y="70878"/>
                  </a:lnTo>
                  <a:lnTo>
                    <a:pt x="46445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852497" y="8920350"/>
              <a:ext cx="2219325" cy="762000"/>
            </a:xfrm>
            <a:custGeom>
              <a:avLst/>
              <a:gdLst/>
              <a:ahLst/>
              <a:cxnLst/>
              <a:rect l="l" t="t" r="r" b="b"/>
              <a:pathLst>
                <a:path w="2219325" h="762000">
                  <a:moveTo>
                    <a:pt x="2219324" y="439543"/>
                  </a:moveTo>
                  <a:lnTo>
                    <a:pt x="2212245" y="477129"/>
                  </a:lnTo>
                  <a:lnTo>
                    <a:pt x="2198168" y="521235"/>
                  </a:lnTo>
                  <a:lnTo>
                    <a:pt x="2179081" y="562843"/>
                  </a:lnTo>
                  <a:lnTo>
                    <a:pt x="2155343" y="601594"/>
                  </a:lnTo>
                  <a:lnTo>
                    <a:pt x="2127314" y="637130"/>
                  </a:lnTo>
                  <a:lnTo>
                    <a:pt x="2095352" y="669092"/>
                  </a:lnTo>
                  <a:lnTo>
                    <a:pt x="2059816" y="697122"/>
                  </a:lnTo>
                  <a:lnTo>
                    <a:pt x="2021064" y="720859"/>
                  </a:lnTo>
                  <a:lnTo>
                    <a:pt x="1979456" y="739946"/>
                  </a:lnTo>
                  <a:lnTo>
                    <a:pt x="1935351" y="754024"/>
                  </a:lnTo>
                  <a:lnTo>
                    <a:pt x="1893004" y="761999"/>
                  </a:lnTo>
                </a:path>
                <a:path w="2219325" h="762000">
                  <a:moveTo>
                    <a:pt x="330934" y="761999"/>
                  </a:moveTo>
                  <a:lnTo>
                    <a:pt x="288586" y="754024"/>
                  </a:lnTo>
                  <a:lnTo>
                    <a:pt x="244480" y="739946"/>
                  </a:lnTo>
                  <a:lnTo>
                    <a:pt x="202873" y="720858"/>
                  </a:lnTo>
                  <a:lnTo>
                    <a:pt x="164121" y="697121"/>
                  </a:lnTo>
                  <a:lnTo>
                    <a:pt x="128585" y="669092"/>
                  </a:lnTo>
                  <a:lnTo>
                    <a:pt x="96623" y="637130"/>
                  </a:lnTo>
                  <a:lnTo>
                    <a:pt x="68594" y="601594"/>
                  </a:lnTo>
                  <a:lnTo>
                    <a:pt x="44857" y="562842"/>
                  </a:lnTo>
                  <a:lnTo>
                    <a:pt x="25770" y="521234"/>
                  </a:lnTo>
                  <a:lnTo>
                    <a:pt x="11692" y="477129"/>
                  </a:lnTo>
                  <a:lnTo>
                    <a:pt x="2982" y="430884"/>
                  </a:lnTo>
                  <a:lnTo>
                    <a:pt x="0" y="382860"/>
                  </a:lnTo>
                  <a:lnTo>
                    <a:pt x="2983" y="334835"/>
                  </a:lnTo>
                  <a:lnTo>
                    <a:pt x="11692" y="288591"/>
                  </a:lnTo>
                  <a:lnTo>
                    <a:pt x="25770" y="244485"/>
                  </a:lnTo>
                  <a:lnTo>
                    <a:pt x="44857" y="202877"/>
                  </a:lnTo>
                  <a:lnTo>
                    <a:pt x="68595" y="164126"/>
                  </a:lnTo>
                  <a:lnTo>
                    <a:pt x="96624" y="128590"/>
                  </a:lnTo>
                  <a:lnTo>
                    <a:pt x="128586" y="96628"/>
                  </a:lnTo>
                  <a:lnTo>
                    <a:pt x="164122" y="68599"/>
                  </a:lnTo>
                  <a:lnTo>
                    <a:pt x="202873" y="44862"/>
                  </a:lnTo>
                  <a:lnTo>
                    <a:pt x="244481" y="25775"/>
                  </a:lnTo>
                  <a:lnTo>
                    <a:pt x="288586" y="11697"/>
                  </a:lnTo>
                  <a:lnTo>
                    <a:pt x="334831" y="2987"/>
                  </a:lnTo>
                  <a:lnTo>
                    <a:pt x="382855" y="0"/>
                  </a:lnTo>
                  <a:lnTo>
                    <a:pt x="1841082" y="0"/>
                  </a:lnTo>
                  <a:lnTo>
                    <a:pt x="1889106" y="2987"/>
                  </a:lnTo>
                  <a:lnTo>
                    <a:pt x="1935350" y="11697"/>
                  </a:lnTo>
                  <a:lnTo>
                    <a:pt x="1979456" y="25774"/>
                  </a:lnTo>
                  <a:lnTo>
                    <a:pt x="2021064" y="44861"/>
                  </a:lnTo>
                  <a:lnTo>
                    <a:pt x="2059815" y="68598"/>
                  </a:lnTo>
                  <a:lnTo>
                    <a:pt x="2095352" y="96627"/>
                  </a:lnTo>
                  <a:lnTo>
                    <a:pt x="2127314" y="128589"/>
                  </a:lnTo>
                  <a:lnTo>
                    <a:pt x="2155343" y="164125"/>
                  </a:lnTo>
                  <a:lnTo>
                    <a:pt x="2179080" y="202877"/>
                  </a:lnTo>
                  <a:lnTo>
                    <a:pt x="2198167" y="244485"/>
                  </a:lnTo>
                  <a:lnTo>
                    <a:pt x="2212245" y="288590"/>
                  </a:lnTo>
                  <a:lnTo>
                    <a:pt x="2219324" y="326177"/>
                  </a:lnTo>
                </a:path>
              </a:pathLst>
            </a:custGeom>
            <a:ln w="38099">
              <a:solidFill>
                <a:srgbClr val="FF6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235679" y="9133106"/>
            <a:ext cx="14579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solidFill>
                  <a:srgbClr val="FF6138"/>
                </a:solidFill>
                <a:latin typeface="Verdana"/>
                <a:cs typeface="Verdana"/>
              </a:rPr>
              <a:t>NEXT</a:t>
            </a:r>
            <a:r>
              <a:rPr sz="1900" spc="-155" dirty="0">
                <a:solidFill>
                  <a:srgbClr val="FF6138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6138"/>
                </a:solidFill>
                <a:latin typeface="Verdana"/>
                <a:cs typeface="Verdana"/>
              </a:rPr>
              <a:t>SLIDE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04558" y="1465350"/>
            <a:ext cx="16514444" cy="8331834"/>
            <a:chOff x="1404558" y="1465350"/>
            <a:chExt cx="16514444" cy="8331834"/>
          </a:xfrm>
        </p:grpSpPr>
        <p:sp>
          <p:nvSpPr>
            <p:cNvPr id="11" name="object 11"/>
            <p:cNvSpPr/>
            <p:nvPr/>
          </p:nvSpPr>
          <p:spPr>
            <a:xfrm>
              <a:off x="12182919" y="8764663"/>
              <a:ext cx="5727700" cy="1032510"/>
            </a:xfrm>
            <a:custGeom>
              <a:avLst/>
              <a:gdLst/>
              <a:ahLst/>
              <a:cxnLst/>
              <a:rect l="l" t="t" r="r" b="b"/>
              <a:pathLst>
                <a:path w="5727700" h="1032509">
                  <a:moveTo>
                    <a:pt x="987272" y="379818"/>
                  </a:moveTo>
                  <a:lnTo>
                    <a:pt x="950493" y="298513"/>
                  </a:lnTo>
                  <a:lnTo>
                    <a:pt x="571080" y="455320"/>
                  </a:lnTo>
                  <a:lnTo>
                    <a:pt x="584746" y="422402"/>
                  </a:lnTo>
                  <a:lnTo>
                    <a:pt x="727875" y="77825"/>
                  </a:lnTo>
                  <a:lnTo>
                    <a:pt x="648512" y="44919"/>
                  </a:lnTo>
                  <a:lnTo>
                    <a:pt x="491705" y="422402"/>
                  </a:lnTo>
                  <a:lnTo>
                    <a:pt x="334899" y="44919"/>
                  </a:lnTo>
                  <a:lnTo>
                    <a:pt x="255536" y="77825"/>
                  </a:lnTo>
                  <a:lnTo>
                    <a:pt x="410400" y="455320"/>
                  </a:lnTo>
                  <a:lnTo>
                    <a:pt x="32918" y="300443"/>
                  </a:lnTo>
                  <a:lnTo>
                    <a:pt x="0" y="379818"/>
                  </a:lnTo>
                  <a:lnTo>
                    <a:pt x="377494" y="536625"/>
                  </a:lnTo>
                  <a:lnTo>
                    <a:pt x="0" y="693420"/>
                  </a:lnTo>
                  <a:lnTo>
                    <a:pt x="32918" y="772795"/>
                  </a:lnTo>
                  <a:lnTo>
                    <a:pt x="410400" y="615988"/>
                  </a:lnTo>
                  <a:lnTo>
                    <a:pt x="255536" y="995413"/>
                  </a:lnTo>
                  <a:lnTo>
                    <a:pt x="334899" y="1032192"/>
                  </a:lnTo>
                  <a:lnTo>
                    <a:pt x="491705" y="650836"/>
                  </a:lnTo>
                  <a:lnTo>
                    <a:pt x="648512" y="1032192"/>
                  </a:lnTo>
                  <a:lnTo>
                    <a:pt x="727875" y="995413"/>
                  </a:lnTo>
                  <a:lnTo>
                    <a:pt x="585470" y="650836"/>
                  </a:lnTo>
                  <a:lnTo>
                    <a:pt x="571080" y="615988"/>
                  </a:lnTo>
                  <a:lnTo>
                    <a:pt x="950493" y="772795"/>
                  </a:lnTo>
                  <a:lnTo>
                    <a:pt x="987272" y="693420"/>
                  </a:lnTo>
                  <a:lnTo>
                    <a:pt x="798957" y="615988"/>
                  </a:lnTo>
                  <a:lnTo>
                    <a:pt x="605917" y="536625"/>
                  </a:lnTo>
                  <a:lnTo>
                    <a:pt x="803668" y="455320"/>
                  </a:lnTo>
                  <a:lnTo>
                    <a:pt x="987272" y="379818"/>
                  </a:lnTo>
                  <a:close/>
                </a:path>
                <a:path w="5727700" h="1032509">
                  <a:moveTo>
                    <a:pt x="5727636" y="334899"/>
                  </a:moveTo>
                  <a:lnTo>
                    <a:pt x="5690857" y="253593"/>
                  </a:lnTo>
                  <a:lnTo>
                    <a:pt x="5311432" y="410400"/>
                  </a:lnTo>
                  <a:lnTo>
                    <a:pt x="5325097" y="377494"/>
                  </a:lnTo>
                  <a:lnTo>
                    <a:pt x="5468239" y="32918"/>
                  </a:lnTo>
                  <a:lnTo>
                    <a:pt x="5388864" y="0"/>
                  </a:lnTo>
                  <a:lnTo>
                    <a:pt x="5232070" y="377494"/>
                  </a:lnTo>
                  <a:lnTo>
                    <a:pt x="5075263" y="0"/>
                  </a:lnTo>
                  <a:lnTo>
                    <a:pt x="4995888" y="32918"/>
                  </a:lnTo>
                  <a:lnTo>
                    <a:pt x="5150764" y="410400"/>
                  </a:lnTo>
                  <a:lnTo>
                    <a:pt x="4773269" y="255536"/>
                  </a:lnTo>
                  <a:lnTo>
                    <a:pt x="4740364" y="334899"/>
                  </a:lnTo>
                  <a:lnTo>
                    <a:pt x="5117846" y="491705"/>
                  </a:lnTo>
                  <a:lnTo>
                    <a:pt x="4740364" y="648512"/>
                  </a:lnTo>
                  <a:lnTo>
                    <a:pt x="4773269" y="727875"/>
                  </a:lnTo>
                  <a:lnTo>
                    <a:pt x="5150764" y="571080"/>
                  </a:lnTo>
                  <a:lnTo>
                    <a:pt x="4995888" y="950493"/>
                  </a:lnTo>
                  <a:lnTo>
                    <a:pt x="5075263" y="987285"/>
                  </a:lnTo>
                  <a:lnTo>
                    <a:pt x="5232070" y="605917"/>
                  </a:lnTo>
                  <a:lnTo>
                    <a:pt x="5388864" y="987285"/>
                  </a:lnTo>
                  <a:lnTo>
                    <a:pt x="5468239" y="950493"/>
                  </a:lnTo>
                  <a:lnTo>
                    <a:pt x="5325834" y="605917"/>
                  </a:lnTo>
                  <a:lnTo>
                    <a:pt x="5311432" y="571080"/>
                  </a:lnTo>
                  <a:lnTo>
                    <a:pt x="5690857" y="727875"/>
                  </a:lnTo>
                  <a:lnTo>
                    <a:pt x="5727636" y="648512"/>
                  </a:lnTo>
                  <a:lnTo>
                    <a:pt x="5539308" y="571080"/>
                  </a:lnTo>
                  <a:lnTo>
                    <a:pt x="5346281" y="491705"/>
                  </a:lnTo>
                  <a:lnTo>
                    <a:pt x="5544020" y="410400"/>
                  </a:lnTo>
                  <a:lnTo>
                    <a:pt x="5727636" y="334899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4558" y="1465351"/>
              <a:ext cx="3733799" cy="64769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1948" y="1465350"/>
              <a:ext cx="10487023" cy="45529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82563" y="359825"/>
            <a:ext cx="9124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40" dirty="0">
                <a:solidFill>
                  <a:srgbClr val="E7E7E7"/>
                </a:solidFill>
                <a:latin typeface="Verdana"/>
                <a:cs typeface="Verdana"/>
              </a:rPr>
              <a:t>ABOUT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209007" y="359825"/>
            <a:ext cx="12560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55" dirty="0">
                <a:solidFill>
                  <a:srgbClr val="E7E7E7"/>
                </a:solidFill>
                <a:latin typeface="Tahoma"/>
                <a:cs typeface="Tahoma"/>
              </a:rPr>
              <a:t>CONTENT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1721" y="9165057"/>
            <a:ext cx="88315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65" dirty="0">
                <a:solidFill>
                  <a:srgbClr val="E7E7E7"/>
                </a:solidFill>
                <a:latin typeface="Verdana"/>
                <a:cs typeface="Verdana"/>
              </a:rPr>
              <a:t>within</a:t>
            </a:r>
            <a:r>
              <a:rPr sz="4000" spc="-36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00" dirty="0">
                <a:solidFill>
                  <a:srgbClr val="E7E7E7"/>
                </a:solidFill>
                <a:latin typeface="Verdana"/>
                <a:cs typeface="Verdana"/>
              </a:rPr>
              <a:t>a</a:t>
            </a:r>
            <a:r>
              <a:rPr sz="4000" spc="-36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specific</a:t>
            </a:r>
            <a:r>
              <a:rPr sz="4000" spc="-36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70" dirty="0">
                <a:solidFill>
                  <a:srgbClr val="E7E7E7"/>
                </a:solidFill>
                <a:latin typeface="Verdana"/>
                <a:cs typeface="Verdana"/>
              </a:rPr>
              <a:t>range</a:t>
            </a:r>
            <a:r>
              <a:rPr sz="4000" spc="-36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04" dirty="0">
                <a:solidFill>
                  <a:srgbClr val="E7E7E7"/>
                </a:solidFill>
                <a:latin typeface="Verdana"/>
                <a:cs typeface="Verdana"/>
              </a:rPr>
              <a:t>(0-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50</a:t>
            </a:r>
            <a:r>
              <a:rPr sz="4000" spc="-36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20" dirty="0">
                <a:solidFill>
                  <a:srgbClr val="E7E7E7"/>
                </a:solidFill>
                <a:latin typeface="Verdana"/>
                <a:cs typeface="Verdana"/>
              </a:rPr>
              <a:t>m</a:t>
            </a:r>
            <a:r>
              <a:rPr sz="4000" spc="-110" dirty="0">
                <a:solidFill>
                  <a:srgbClr val="E7E7E7"/>
                </a:solidFill>
                <a:latin typeface="Verdana"/>
                <a:cs typeface="Verdana"/>
              </a:rPr>
              <a:t>il</a:t>
            </a:r>
            <a:r>
              <a:rPr sz="4000" spc="-120" dirty="0">
                <a:solidFill>
                  <a:srgbClr val="E7E7E7"/>
                </a:solidFill>
                <a:latin typeface="Verdana"/>
                <a:cs typeface="Verdana"/>
              </a:rPr>
              <a:t>es</a:t>
            </a:r>
            <a:r>
              <a:rPr sz="4000" spc="-110" dirty="0">
                <a:solidFill>
                  <a:srgbClr val="E7E7E7"/>
                </a:solidFill>
                <a:latin typeface="Verdana"/>
                <a:cs typeface="Verdana"/>
              </a:rPr>
              <a:t>)</a:t>
            </a:r>
            <a:r>
              <a:rPr sz="4000" spc="-800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4000" spc="-110" dirty="0">
                <a:solidFill>
                  <a:srgbClr val="E7E7E7"/>
                </a:solidFill>
                <a:latin typeface="Verdana"/>
                <a:cs typeface="Verdana"/>
              </a:rPr>
              <a:t>"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4720" y="6625832"/>
            <a:ext cx="17390745" cy="246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48520" marR="5080" indent="-1946275">
              <a:lnSpc>
                <a:spcPct val="115599"/>
              </a:lnSpc>
              <a:spcBef>
                <a:spcPts val="100"/>
              </a:spcBef>
            </a:pPr>
            <a:r>
              <a:rPr sz="4000" spc="-65" dirty="0">
                <a:solidFill>
                  <a:srgbClr val="E7E7E7"/>
                </a:solidFill>
                <a:latin typeface="Verdana"/>
                <a:cs typeface="Verdana"/>
              </a:rPr>
              <a:t>"Used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50" dirty="0">
                <a:solidFill>
                  <a:srgbClr val="E7E7E7"/>
                </a:solidFill>
                <a:latin typeface="Verdana"/>
                <a:cs typeface="Verdana"/>
              </a:rPr>
              <a:t>GROUP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10" dirty="0">
                <a:solidFill>
                  <a:srgbClr val="E7E7E7"/>
                </a:solidFill>
                <a:latin typeface="Verdana"/>
                <a:cs typeface="Verdana"/>
              </a:rPr>
              <a:t>BY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70" dirty="0">
                <a:solidFill>
                  <a:srgbClr val="E7E7E7"/>
                </a:solidFill>
                <a:latin typeface="Verdana"/>
                <a:cs typeface="Verdana"/>
              </a:rPr>
              <a:t>compare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45" dirty="0">
                <a:solidFill>
                  <a:srgbClr val="E7E7E7"/>
                </a:solidFill>
                <a:latin typeface="Verdana"/>
                <a:cs typeface="Verdana"/>
              </a:rPr>
              <a:t>the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totals </a:t>
            </a:r>
            <a:r>
              <a:rPr sz="4000" spc="65" dirty="0">
                <a:solidFill>
                  <a:srgbClr val="E7E7E7"/>
                </a:solidFill>
                <a:latin typeface="Verdana"/>
                <a:cs typeface="Verdana"/>
              </a:rPr>
              <a:t>of</a:t>
            </a:r>
            <a:r>
              <a:rPr sz="4000" spc="-42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80" dirty="0">
                <a:solidFill>
                  <a:srgbClr val="E7E7E7"/>
                </a:solidFill>
                <a:latin typeface="Verdana"/>
                <a:cs typeface="Verdana"/>
              </a:rPr>
              <a:t>BEV</a:t>
            </a:r>
            <a:r>
              <a:rPr sz="4000" spc="-42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10" dirty="0">
                <a:solidFill>
                  <a:srgbClr val="E7E7E7"/>
                </a:solidFill>
                <a:latin typeface="Verdana"/>
                <a:cs typeface="Verdana"/>
              </a:rPr>
              <a:t>vs.</a:t>
            </a:r>
            <a:r>
              <a:rPr sz="4000" spc="-41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0" dirty="0">
                <a:solidFill>
                  <a:srgbClr val="E7E7E7"/>
                </a:solidFill>
                <a:latin typeface="Verdana"/>
                <a:cs typeface="Verdana"/>
              </a:rPr>
              <a:t>PHEV</a:t>
            </a:r>
            <a:r>
              <a:rPr sz="4000" spc="-42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85" dirty="0">
                <a:solidFill>
                  <a:srgbClr val="E7E7E7"/>
                </a:solidFill>
                <a:latin typeface="Verdana"/>
                <a:cs typeface="Verdana"/>
              </a:rPr>
              <a:t>t</a:t>
            </a:r>
            <a:r>
              <a:rPr sz="4000" spc="80" dirty="0">
                <a:solidFill>
                  <a:srgbClr val="E7E7E7"/>
                </a:solidFill>
                <a:latin typeface="Verdana"/>
                <a:cs typeface="Verdana"/>
              </a:rPr>
              <a:t>y</a:t>
            </a:r>
            <a:r>
              <a:rPr sz="4000" spc="85" dirty="0">
                <a:solidFill>
                  <a:srgbClr val="E7E7E7"/>
                </a:solidFill>
                <a:latin typeface="Verdana"/>
                <a:cs typeface="Verdana"/>
              </a:rPr>
              <a:t>p</a:t>
            </a:r>
            <a:r>
              <a:rPr sz="4000" spc="80" dirty="0">
                <a:solidFill>
                  <a:srgbClr val="E7E7E7"/>
                </a:solidFill>
                <a:latin typeface="Verdana"/>
                <a:cs typeface="Verdana"/>
              </a:rPr>
              <a:t>e</a:t>
            </a:r>
            <a:r>
              <a:rPr sz="4000" spc="35" dirty="0">
                <a:solidFill>
                  <a:srgbClr val="E7E7E7"/>
                </a:solidFill>
                <a:latin typeface="Verdana"/>
                <a:cs typeface="Verdana"/>
              </a:rPr>
              <a:t>s</a:t>
            </a:r>
            <a:r>
              <a:rPr sz="4000" spc="-600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4000" spc="90" dirty="0">
                <a:solidFill>
                  <a:srgbClr val="E7E7E7"/>
                </a:solidFill>
                <a:latin typeface="Verdana"/>
                <a:cs typeface="Verdana"/>
              </a:rPr>
              <a:t>"</a:t>
            </a:r>
            <a:endParaRPr sz="4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344"/>
              </a:spcBef>
            </a:pPr>
            <a:r>
              <a:rPr sz="4000" spc="-65" dirty="0">
                <a:solidFill>
                  <a:srgbClr val="E7E7E7"/>
                </a:solidFill>
                <a:latin typeface="Verdana"/>
                <a:cs typeface="Verdana"/>
              </a:rPr>
              <a:t>"Used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45" dirty="0">
                <a:solidFill>
                  <a:srgbClr val="E7E7E7"/>
                </a:solidFill>
                <a:latin typeface="Verdana"/>
                <a:cs typeface="Verdana"/>
              </a:rPr>
              <a:t>WHERE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55" dirty="0">
                <a:solidFill>
                  <a:srgbClr val="E7E7E7"/>
                </a:solidFill>
                <a:latin typeface="Verdana"/>
                <a:cs typeface="Verdana"/>
              </a:rPr>
              <a:t>with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40" dirty="0">
                <a:solidFill>
                  <a:srgbClr val="E7E7E7"/>
                </a:solidFill>
                <a:latin typeface="Verdana"/>
                <a:cs typeface="Verdana"/>
              </a:rPr>
              <a:t>AND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filter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0" dirty="0">
                <a:solidFill>
                  <a:srgbClr val="E7E7E7"/>
                </a:solidFill>
                <a:latin typeface="Verdana"/>
                <a:cs typeface="Verdana"/>
              </a:rPr>
              <a:t>cars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991087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9031" y="4632959"/>
              <a:ext cx="10771631" cy="56540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024741"/>
              <a:ext cx="18288000" cy="27305"/>
            </a:xfrm>
            <a:custGeom>
              <a:avLst/>
              <a:gdLst/>
              <a:ahLst/>
              <a:cxnLst/>
              <a:rect l="l" t="t" r="r" b="b"/>
              <a:pathLst>
                <a:path w="18288000" h="27305">
                  <a:moveTo>
                    <a:pt x="0" y="26702"/>
                  </a:moveTo>
                  <a:lnTo>
                    <a:pt x="0" y="17177"/>
                  </a:lnTo>
                  <a:lnTo>
                    <a:pt x="18287999" y="0"/>
                  </a:lnTo>
                  <a:lnTo>
                    <a:pt x="18287999" y="9525"/>
                  </a:lnTo>
                  <a:lnTo>
                    <a:pt x="0" y="2670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083" y="364400"/>
              <a:ext cx="476250" cy="371475"/>
            </a:xfrm>
            <a:custGeom>
              <a:avLst/>
              <a:gdLst/>
              <a:ahLst/>
              <a:cxnLst/>
              <a:rect l="l" t="t" r="r" b="b"/>
              <a:pathLst>
                <a:path w="476250" h="371475">
                  <a:moveTo>
                    <a:pt x="382727" y="5334"/>
                  </a:moveTo>
                  <a:lnTo>
                    <a:pt x="377393" y="0"/>
                  </a:lnTo>
                  <a:lnTo>
                    <a:pt x="298259" y="0"/>
                  </a:lnTo>
                  <a:lnTo>
                    <a:pt x="292912" y="5334"/>
                  </a:lnTo>
                  <a:lnTo>
                    <a:pt x="292912" y="55638"/>
                  </a:lnTo>
                  <a:lnTo>
                    <a:pt x="289598" y="72390"/>
                  </a:lnTo>
                  <a:lnTo>
                    <a:pt x="282105" y="86067"/>
                  </a:lnTo>
                  <a:lnTo>
                    <a:pt x="268897" y="95300"/>
                  </a:lnTo>
                  <a:lnTo>
                    <a:pt x="248386" y="98691"/>
                  </a:lnTo>
                  <a:lnTo>
                    <a:pt x="231825" y="98691"/>
                  </a:lnTo>
                  <a:lnTo>
                    <a:pt x="211632" y="95427"/>
                  </a:lnTo>
                  <a:lnTo>
                    <a:pt x="198501" y="86525"/>
                  </a:lnTo>
                  <a:lnTo>
                    <a:pt x="190919" y="73279"/>
                  </a:lnTo>
                  <a:lnTo>
                    <a:pt x="187439" y="57010"/>
                  </a:lnTo>
                  <a:lnTo>
                    <a:pt x="187439" y="5334"/>
                  </a:lnTo>
                  <a:lnTo>
                    <a:pt x="182092" y="0"/>
                  </a:lnTo>
                  <a:lnTo>
                    <a:pt x="109499" y="0"/>
                  </a:lnTo>
                  <a:lnTo>
                    <a:pt x="102958" y="0"/>
                  </a:lnTo>
                  <a:lnTo>
                    <a:pt x="97624" y="5334"/>
                  </a:lnTo>
                  <a:lnTo>
                    <a:pt x="97624" y="84467"/>
                  </a:lnTo>
                  <a:lnTo>
                    <a:pt x="102958" y="89814"/>
                  </a:lnTo>
                  <a:lnTo>
                    <a:pt x="115658" y="89814"/>
                  </a:lnTo>
                  <a:lnTo>
                    <a:pt x="115519" y="89954"/>
                  </a:lnTo>
                  <a:lnTo>
                    <a:pt x="124333" y="89814"/>
                  </a:lnTo>
                  <a:lnTo>
                    <a:pt x="142163" y="89814"/>
                  </a:lnTo>
                  <a:lnTo>
                    <a:pt x="162445" y="91948"/>
                  </a:lnTo>
                  <a:lnTo>
                    <a:pt x="179476" y="98628"/>
                  </a:lnTo>
                  <a:lnTo>
                    <a:pt x="191185" y="112191"/>
                  </a:lnTo>
                  <a:lnTo>
                    <a:pt x="195541" y="134975"/>
                  </a:lnTo>
                  <a:lnTo>
                    <a:pt x="195541" y="182473"/>
                  </a:lnTo>
                  <a:lnTo>
                    <a:pt x="200875" y="187820"/>
                  </a:lnTo>
                  <a:lnTo>
                    <a:pt x="279323" y="187820"/>
                  </a:lnTo>
                  <a:lnTo>
                    <a:pt x="284670" y="182473"/>
                  </a:lnTo>
                  <a:lnTo>
                    <a:pt x="284670" y="134975"/>
                  </a:lnTo>
                  <a:lnTo>
                    <a:pt x="289001" y="112268"/>
                  </a:lnTo>
                  <a:lnTo>
                    <a:pt x="300634" y="98704"/>
                  </a:lnTo>
                  <a:lnTo>
                    <a:pt x="317538" y="91986"/>
                  </a:lnTo>
                  <a:lnTo>
                    <a:pt x="337654" y="89814"/>
                  </a:lnTo>
                  <a:lnTo>
                    <a:pt x="356171" y="89814"/>
                  </a:lnTo>
                  <a:lnTo>
                    <a:pt x="361073" y="89903"/>
                  </a:lnTo>
                  <a:lnTo>
                    <a:pt x="365912" y="90004"/>
                  </a:lnTo>
                  <a:lnTo>
                    <a:pt x="373354" y="90004"/>
                  </a:lnTo>
                  <a:lnTo>
                    <a:pt x="375907" y="89052"/>
                  </a:lnTo>
                  <a:lnTo>
                    <a:pt x="377939" y="87464"/>
                  </a:lnTo>
                  <a:lnTo>
                    <a:pt x="380834" y="85280"/>
                  </a:lnTo>
                  <a:lnTo>
                    <a:pt x="382727" y="81813"/>
                  </a:lnTo>
                  <a:lnTo>
                    <a:pt x="382727" y="5334"/>
                  </a:lnTo>
                  <a:close/>
                </a:path>
                <a:path w="476250" h="371475">
                  <a:moveTo>
                    <a:pt x="476046" y="91224"/>
                  </a:moveTo>
                  <a:lnTo>
                    <a:pt x="475018" y="90195"/>
                  </a:lnTo>
                  <a:lnTo>
                    <a:pt x="396570" y="90195"/>
                  </a:lnTo>
                  <a:lnTo>
                    <a:pt x="391236" y="95529"/>
                  </a:lnTo>
                  <a:lnTo>
                    <a:pt x="391236" y="102069"/>
                  </a:lnTo>
                  <a:lnTo>
                    <a:pt x="389521" y="150634"/>
                  </a:lnTo>
                  <a:lnTo>
                    <a:pt x="379501" y="176276"/>
                  </a:lnTo>
                  <a:lnTo>
                    <a:pt x="353872" y="186283"/>
                  </a:lnTo>
                  <a:lnTo>
                    <a:pt x="305308" y="187998"/>
                  </a:lnTo>
                  <a:lnTo>
                    <a:pt x="298754" y="187998"/>
                  </a:lnTo>
                  <a:lnTo>
                    <a:pt x="293420" y="193332"/>
                  </a:lnTo>
                  <a:lnTo>
                    <a:pt x="293420" y="199885"/>
                  </a:lnTo>
                  <a:lnTo>
                    <a:pt x="293700" y="229247"/>
                  </a:lnTo>
                  <a:lnTo>
                    <a:pt x="290436" y="257009"/>
                  </a:lnTo>
                  <a:lnTo>
                    <a:pt x="277406" y="277698"/>
                  </a:lnTo>
                  <a:lnTo>
                    <a:pt x="248450" y="285813"/>
                  </a:lnTo>
                  <a:lnTo>
                    <a:pt x="231902" y="285813"/>
                  </a:lnTo>
                  <a:lnTo>
                    <a:pt x="202946" y="277698"/>
                  </a:lnTo>
                  <a:lnTo>
                    <a:pt x="202412" y="276847"/>
                  </a:lnTo>
                  <a:lnTo>
                    <a:pt x="189928" y="257009"/>
                  </a:lnTo>
                  <a:lnTo>
                    <a:pt x="186651" y="229247"/>
                  </a:lnTo>
                  <a:lnTo>
                    <a:pt x="186766" y="216674"/>
                  </a:lnTo>
                  <a:lnTo>
                    <a:pt x="186931" y="199885"/>
                  </a:lnTo>
                  <a:lnTo>
                    <a:pt x="186931" y="193332"/>
                  </a:lnTo>
                  <a:lnTo>
                    <a:pt x="181597" y="187998"/>
                  </a:lnTo>
                  <a:lnTo>
                    <a:pt x="175044" y="187998"/>
                  </a:lnTo>
                  <a:lnTo>
                    <a:pt x="126479" y="186283"/>
                  </a:lnTo>
                  <a:lnTo>
                    <a:pt x="100850" y="176276"/>
                  </a:lnTo>
                  <a:lnTo>
                    <a:pt x="90830" y="150634"/>
                  </a:lnTo>
                  <a:lnTo>
                    <a:pt x="89128" y="102069"/>
                  </a:lnTo>
                  <a:lnTo>
                    <a:pt x="89128" y="95529"/>
                  </a:lnTo>
                  <a:lnTo>
                    <a:pt x="83781" y="90195"/>
                  </a:lnTo>
                  <a:lnTo>
                    <a:pt x="5334" y="90195"/>
                  </a:lnTo>
                  <a:lnTo>
                    <a:pt x="0" y="95529"/>
                  </a:lnTo>
                  <a:lnTo>
                    <a:pt x="0" y="173977"/>
                  </a:lnTo>
                  <a:lnTo>
                    <a:pt x="5334" y="179311"/>
                  </a:lnTo>
                  <a:lnTo>
                    <a:pt x="11874" y="179311"/>
                  </a:lnTo>
                  <a:lnTo>
                    <a:pt x="60439" y="181025"/>
                  </a:lnTo>
                  <a:lnTo>
                    <a:pt x="86080" y="191046"/>
                  </a:lnTo>
                  <a:lnTo>
                    <a:pt x="96088" y="216674"/>
                  </a:lnTo>
                  <a:lnTo>
                    <a:pt x="97802" y="265239"/>
                  </a:lnTo>
                  <a:lnTo>
                    <a:pt x="97802" y="271792"/>
                  </a:lnTo>
                  <a:lnTo>
                    <a:pt x="103149" y="277126"/>
                  </a:lnTo>
                  <a:lnTo>
                    <a:pt x="109689" y="277126"/>
                  </a:lnTo>
                  <a:lnTo>
                    <a:pt x="139217" y="276872"/>
                  </a:lnTo>
                  <a:lnTo>
                    <a:pt x="166649" y="280123"/>
                  </a:lnTo>
                  <a:lnTo>
                    <a:pt x="166903" y="280123"/>
                  </a:lnTo>
                  <a:lnTo>
                    <a:pt x="187490" y="293141"/>
                  </a:lnTo>
                  <a:lnTo>
                    <a:pt x="195618" y="322097"/>
                  </a:lnTo>
                  <a:lnTo>
                    <a:pt x="195618" y="369595"/>
                  </a:lnTo>
                  <a:lnTo>
                    <a:pt x="197497" y="371475"/>
                  </a:lnTo>
                  <a:lnTo>
                    <a:pt x="282867" y="371475"/>
                  </a:lnTo>
                  <a:lnTo>
                    <a:pt x="284734" y="369595"/>
                  </a:lnTo>
                  <a:lnTo>
                    <a:pt x="284734" y="322097"/>
                  </a:lnTo>
                  <a:lnTo>
                    <a:pt x="292849" y="293141"/>
                  </a:lnTo>
                  <a:lnTo>
                    <a:pt x="304495" y="285813"/>
                  </a:lnTo>
                  <a:lnTo>
                    <a:pt x="313537" y="280123"/>
                  </a:lnTo>
                  <a:lnTo>
                    <a:pt x="341299" y="276847"/>
                  </a:lnTo>
                  <a:lnTo>
                    <a:pt x="370662" y="277126"/>
                  </a:lnTo>
                  <a:lnTo>
                    <a:pt x="377215" y="277126"/>
                  </a:lnTo>
                  <a:lnTo>
                    <a:pt x="377494" y="276847"/>
                  </a:lnTo>
                  <a:lnTo>
                    <a:pt x="382549" y="271792"/>
                  </a:lnTo>
                  <a:lnTo>
                    <a:pt x="382549" y="265239"/>
                  </a:lnTo>
                  <a:lnTo>
                    <a:pt x="384263" y="216674"/>
                  </a:lnTo>
                  <a:lnTo>
                    <a:pt x="394271" y="191046"/>
                  </a:lnTo>
                  <a:lnTo>
                    <a:pt x="419912" y="181025"/>
                  </a:lnTo>
                  <a:lnTo>
                    <a:pt x="468477" y="179311"/>
                  </a:lnTo>
                  <a:lnTo>
                    <a:pt x="475018" y="179311"/>
                  </a:lnTo>
                  <a:lnTo>
                    <a:pt x="476046" y="178282"/>
                  </a:lnTo>
                  <a:lnTo>
                    <a:pt x="476046" y="91224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84295" y="364400"/>
              <a:ext cx="464820" cy="356235"/>
            </a:xfrm>
            <a:custGeom>
              <a:avLst/>
              <a:gdLst/>
              <a:ahLst/>
              <a:cxnLst/>
              <a:rect l="l" t="t" r="r" b="b"/>
              <a:pathLst>
                <a:path w="464819" h="356234">
                  <a:moveTo>
                    <a:pt x="464451" y="285280"/>
                  </a:moveTo>
                  <a:lnTo>
                    <a:pt x="0" y="285280"/>
                  </a:lnTo>
                  <a:lnTo>
                    <a:pt x="0" y="356158"/>
                  </a:lnTo>
                  <a:lnTo>
                    <a:pt x="464451" y="356158"/>
                  </a:lnTo>
                  <a:lnTo>
                    <a:pt x="464451" y="285280"/>
                  </a:lnTo>
                  <a:close/>
                </a:path>
                <a:path w="464819" h="356234">
                  <a:moveTo>
                    <a:pt x="464451" y="142468"/>
                  </a:moveTo>
                  <a:lnTo>
                    <a:pt x="0" y="142468"/>
                  </a:lnTo>
                  <a:lnTo>
                    <a:pt x="0" y="213347"/>
                  </a:lnTo>
                  <a:lnTo>
                    <a:pt x="464451" y="213347"/>
                  </a:lnTo>
                  <a:lnTo>
                    <a:pt x="464451" y="142468"/>
                  </a:lnTo>
                  <a:close/>
                </a:path>
                <a:path w="464819" h="356234">
                  <a:moveTo>
                    <a:pt x="464451" y="0"/>
                  </a:moveTo>
                  <a:lnTo>
                    <a:pt x="0" y="0"/>
                  </a:lnTo>
                  <a:lnTo>
                    <a:pt x="0" y="70878"/>
                  </a:lnTo>
                  <a:lnTo>
                    <a:pt x="464451" y="70878"/>
                  </a:lnTo>
                  <a:lnTo>
                    <a:pt x="46445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14710" y="8898887"/>
              <a:ext cx="2219325" cy="762000"/>
            </a:xfrm>
            <a:custGeom>
              <a:avLst/>
              <a:gdLst/>
              <a:ahLst/>
              <a:cxnLst/>
              <a:rect l="l" t="t" r="r" b="b"/>
              <a:pathLst>
                <a:path w="2219325" h="762000">
                  <a:moveTo>
                    <a:pt x="2219324" y="439543"/>
                  </a:moveTo>
                  <a:lnTo>
                    <a:pt x="2212245" y="477129"/>
                  </a:lnTo>
                  <a:lnTo>
                    <a:pt x="2198168" y="521235"/>
                  </a:lnTo>
                  <a:lnTo>
                    <a:pt x="2179081" y="562842"/>
                  </a:lnTo>
                  <a:lnTo>
                    <a:pt x="2155343" y="601594"/>
                  </a:lnTo>
                  <a:lnTo>
                    <a:pt x="2127314" y="637130"/>
                  </a:lnTo>
                  <a:lnTo>
                    <a:pt x="2095352" y="669092"/>
                  </a:lnTo>
                  <a:lnTo>
                    <a:pt x="2059816" y="697121"/>
                  </a:lnTo>
                  <a:lnTo>
                    <a:pt x="2021064" y="720859"/>
                  </a:lnTo>
                  <a:lnTo>
                    <a:pt x="1979457" y="739946"/>
                  </a:lnTo>
                  <a:lnTo>
                    <a:pt x="1935351" y="754024"/>
                  </a:lnTo>
                  <a:lnTo>
                    <a:pt x="1893004" y="761999"/>
                  </a:lnTo>
                </a:path>
                <a:path w="2219325" h="762000">
                  <a:moveTo>
                    <a:pt x="330934" y="761999"/>
                  </a:moveTo>
                  <a:lnTo>
                    <a:pt x="288586" y="754024"/>
                  </a:lnTo>
                  <a:lnTo>
                    <a:pt x="244481" y="739946"/>
                  </a:lnTo>
                  <a:lnTo>
                    <a:pt x="202873" y="720859"/>
                  </a:lnTo>
                  <a:lnTo>
                    <a:pt x="164121" y="697121"/>
                  </a:lnTo>
                  <a:lnTo>
                    <a:pt x="128585" y="669092"/>
                  </a:lnTo>
                  <a:lnTo>
                    <a:pt x="96623" y="637130"/>
                  </a:lnTo>
                  <a:lnTo>
                    <a:pt x="68594" y="601594"/>
                  </a:lnTo>
                  <a:lnTo>
                    <a:pt x="44857" y="562842"/>
                  </a:lnTo>
                  <a:lnTo>
                    <a:pt x="25770" y="521234"/>
                  </a:lnTo>
                  <a:lnTo>
                    <a:pt x="11692" y="477129"/>
                  </a:lnTo>
                  <a:lnTo>
                    <a:pt x="2982" y="430884"/>
                  </a:lnTo>
                  <a:lnTo>
                    <a:pt x="0" y="382860"/>
                  </a:lnTo>
                  <a:lnTo>
                    <a:pt x="2983" y="334835"/>
                  </a:lnTo>
                  <a:lnTo>
                    <a:pt x="11692" y="288590"/>
                  </a:lnTo>
                  <a:lnTo>
                    <a:pt x="25770" y="244485"/>
                  </a:lnTo>
                  <a:lnTo>
                    <a:pt x="44857" y="202877"/>
                  </a:lnTo>
                  <a:lnTo>
                    <a:pt x="68595" y="164126"/>
                  </a:lnTo>
                  <a:lnTo>
                    <a:pt x="96624" y="128590"/>
                  </a:lnTo>
                  <a:lnTo>
                    <a:pt x="128586" y="96628"/>
                  </a:lnTo>
                  <a:lnTo>
                    <a:pt x="164122" y="68599"/>
                  </a:lnTo>
                  <a:lnTo>
                    <a:pt x="202873" y="44862"/>
                  </a:lnTo>
                  <a:lnTo>
                    <a:pt x="244481" y="25775"/>
                  </a:lnTo>
                  <a:lnTo>
                    <a:pt x="288587" y="11697"/>
                  </a:lnTo>
                  <a:lnTo>
                    <a:pt x="334831" y="2987"/>
                  </a:lnTo>
                  <a:lnTo>
                    <a:pt x="382856" y="0"/>
                  </a:lnTo>
                  <a:lnTo>
                    <a:pt x="1841082" y="0"/>
                  </a:lnTo>
                  <a:lnTo>
                    <a:pt x="1889106" y="2987"/>
                  </a:lnTo>
                  <a:lnTo>
                    <a:pt x="1935351" y="11697"/>
                  </a:lnTo>
                  <a:lnTo>
                    <a:pt x="1979456" y="25774"/>
                  </a:lnTo>
                  <a:lnTo>
                    <a:pt x="2021064" y="44861"/>
                  </a:lnTo>
                  <a:lnTo>
                    <a:pt x="2059815" y="68599"/>
                  </a:lnTo>
                  <a:lnTo>
                    <a:pt x="2095351" y="96628"/>
                  </a:lnTo>
                  <a:lnTo>
                    <a:pt x="2127313" y="128590"/>
                  </a:lnTo>
                  <a:lnTo>
                    <a:pt x="2155343" y="164126"/>
                  </a:lnTo>
                  <a:lnTo>
                    <a:pt x="2179080" y="202877"/>
                  </a:lnTo>
                  <a:lnTo>
                    <a:pt x="2198167" y="244485"/>
                  </a:lnTo>
                  <a:lnTo>
                    <a:pt x="2212245" y="288590"/>
                  </a:lnTo>
                  <a:lnTo>
                    <a:pt x="2219324" y="326177"/>
                  </a:lnTo>
                </a:path>
              </a:pathLst>
            </a:custGeom>
            <a:ln w="38099">
              <a:solidFill>
                <a:srgbClr val="FF6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2609" y="8709952"/>
              <a:ext cx="5321935" cy="1143635"/>
            </a:xfrm>
            <a:custGeom>
              <a:avLst/>
              <a:gdLst/>
              <a:ahLst/>
              <a:cxnLst/>
              <a:rect l="l" t="t" r="r" b="b"/>
              <a:pathLst>
                <a:path w="5321935" h="1143634">
                  <a:moveTo>
                    <a:pt x="1143622" y="387934"/>
                  </a:moveTo>
                  <a:lnTo>
                    <a:pt x="1101013" y="293751"/>
                  </a:lnTo>
                  <a:lnTo>
                    <a:pt x="661504" y="475386"/>
                  </a:lnTo>
                  <a:lnTo>
                    <a:pt x="677341" y="437261"/>
                  </a:lnTo>
                  <a:lnTo>
                    <a:pt x="843140" y="38125"/>
                  </a:lnTo>
                  <a:lnTo>
                    <a:pt x="751205" y="0"/>
                  </a:lnTo>
                  <a:lnTo>
                    <a:pt x="569569" y="437261"/>
                  </a:lnTo>
                  <a:lnTo>
                    <a:pt x="387934" y="0"/>
                  </a:lnTo>
                  <a:lnTo>
                    <a:pt x="295998" y="38125"/>
                  </a:lnTo>
                  <a:lnTo>
                    <a:pt x="475386" y="475386"/>
                  </a:lnTo>
                  <a:lnTo>
                    <a:pt x="38125" y="295998"/>
                  </a:lnTo>
                  <a:lnTo>
                    <a:pt x="0" y="387934"/>
                  </a:lnTo>
                  <a:lnTo>
                    <a:pt x="437261" y="569569"/>
                  </a:lnTo>
                  <a:lnTo>
                    <a:pt x="0" y="751192"/>
                  </a:lnTo>
                  <a:lnTo>
                    <a:pt x="38125" y="843127"/>
                  </a:lnTo>
                  <a:lnTo>
                    <a:pt x="475386" y="661504"/>
                  </a:lnTo>
                  <a:lnTo>
                    <a:pt x="295998" y="1101013"/>
                  </a:lnTo>
                  <a:lnTo>
                    <a:pt x="387934" y="1143609"/>
                  </a:lnTo>
                  <a:lnTo>
                    <a:pt x="569569" y="701865"/>
                  </a:lnTo>
                  <a:lnTo>
                    <a:pt x="751205" y="1143609"/>
                  </a:lnTo>
                  <a:lnTo>
                    <a:pt x="843140" y="1101013"/>
                  </a:lnTo>
                  <a:lnTo>
                    <a:pt x="678180" y="701865"/>
                  </a:lnTo>
                  <a:lnTo>
                    <a:pt x="661504" y="661504"/>
                  </a:lnTo>
                  <a:lnTo>
                    <a:pt x="1101013" y="843127"/>
                  </a:lnTo>
                  <a:lnTo>
                    <a:pt x="1143622" y="751192"/>
                  </a:lnTo>
                  <a:lnTo>
                    <a:pt x="925474" y="661504"/>
                  </a:lnTo>
                  <a:lnTo>
                    <a:pt x="701865" y="569569"/>
                  </a:lnTo>
                  <a:lnTo>
                    <a:pt x="930922" y="475386"/>
                  </a:lnTo>
                  <a:lnTo>
                    <a:pt x="1143622" y="387934"/>
                  </a:lnTo>
                  <a:close/>
                </a:path>
                <a:path w="5321935" h="1143634">
                  <a:moveTo>
                    <a:pt x="5321871" y="395465"/>
                  </a:moveTo>
                  <a:lnTo>
                    <a:pt x="5281003" y="305155"/>
                  </a:lnTo>
                  <a:lnTo>
                    <a:pt x="4859528" y="479336"/>
                  </a:lnTo>
                  <a:lnTo>
                    <a:pt x="4874717" y="442785"/>
                  </a:lnTo>
                  <a:lnTo>
                    <a:pt x="5033708" y="60007"/>
                  </a:lnTo>
                  <a:lnTo>
                    <a:pt x="4945545" y="23444"/>
                  </a:lnTo>
                  <a:lnTo>
                    <a:pt x="4771364" y="442785"/>
                  </a:lnTo>
                  <a:lnTo>
                    <a:pt x="4597171" y="23444"/>
                  </a:lnTo>
                  <a:lnTo>
                    <a:pt x="4509008" y="60007"/>
                  </a:lnTo>
                  <a:lnTo>
                    <a:pt x="4681042" y="479336"/>
                  </a:lnTo>
                  <a:lnTo>
                    <a:pt x="4261713" y="307301"/>
                  </a:lnTo>
                  <a:lnTo>
                    <a:pt x="4225150" y="395465"/>
                  </a:lnTo>
                  <a:lnTo>
                    <a:pt x="4644491" y="569658"/>
                  </a:lnTo>
                  <a:lnTo>
                    <a:pt x="4225150" y="743839"/>
                  </a:lnTo>
                  <a:lnTo>
                    <a:pt x="4261713" y="832002"/>
                  </a:lnTo>
                  <a:lnTo>
                    <a:pt x="4681042" y="657821"/>
                  </a:lnTo>
                  <a:lnTo>
                    <a:pt x="4509008" y="1079309"/>
                  </a:lnTo>
                  <a:lnTo>
                    <a:pt x="4597171" y="1120165"/>
                  </a:lnTo>
                  <a:lnTo>
                    <a:pt x="4771364" y="696531"/>
                  </a:lnTo>
                  <a:lnTo>
                    <a:pt x="4945545" y="1120165"/>
                  </a:lnTo>
                  <a:lnTo>
                    <a:pt x="5033708" y="1079309"/>
                  </a:lnTo>
                  <a:lnTo>
                    <a:pt x="4875530" y="696531"/>
                  </a:lnTo>
                  <a:lnTo>
                    <a:pt x="4859528" y="657821"/>
                  </a:lnTo>
                  <a:lnTo>
                    <a:pt x="5281003" y="832002"/>
                  </a:lnTo>
                  <a:lnTo>
                    <a:pt x="5321871" y="743839"/>
                  </a:lnTo>
                  <a:lnTo>
                    <a:pt x="5112664" y="657821"/>
                  </a:lnTo>
                  <a:lnTo>
                    <a:pt x="4898237" y="569658"/>
                  </a:lnTo>
                  <a:lnTo>
                    <a:pt x="5117897" y="479336"/>
                  </a:lnTo>
                  <a:lnTo>
                    <a:pt x="5321871" y="395465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94213" y="1404937"/>
              <a:ext cx="7315198" cy="542924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2618" y="1404937"/>
              <a:ext cx="6943724" cy="527684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2563" y="359825"/>
            <a:ext cx="9124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40" dirty="0">
                <a:solidFill>
                  <a:srgbClr val="E7E7E7"/>
                </a:solidFill>
                <a:latin typeface="Verdana"/>
                <a:cs typeface="Verdana"/>
              </a:rPr>
              <a:t>ABOUT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09007" y="359825"/>
            <a:ext cx="12560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55" dirty="0">
                <a:solidFill>
                  <a:srgbClr val="E7E7E7"/>
                </a:solidFill>
                <a:latin typeface="Tahoma"/>
                <a:cs typeface="Tahoma"/>
              </a:rPr>
              <a:t>CONTENT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2827" y="8020959"/>
            <a:ext cx="7251065" cy="1405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90" dirty="0">
                <a:solidFill>
                  <a:srgbClr val="E7E7E7"/>
                </a:solidFill>
                <a:latin typeface="Verdana"/>
                <a:cs typeface="Verdana"/>
              </a:rPr>
              <a:t>starting</a:t>
            </a:r>
            <a:r>
              <a:rPr sz="4000" spc="-38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55" dirty="0">
                <a:solidFill>
                  <a:srgbClr val="E7E7E7"/>
                </a:solidFill>
                <a:latin typeface="Verdana"/>
                <a:cs typeface="Verdana"/>
              </a:rPr>
              <a:t>with</a:t>
            </a:r>
            <a:r>
              <a:rPr sz="4000" spc="-37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00" dirty="0">
                <a:solidFill>
                  <a:srgbClr val="E7E7E7"/>
                </a:solidFill>
                <a:latin typeface="Verdana"/>
                <a:cs typeface="Verdana"/>
              </a:rPr>
              <a:t>a</a:t>
            </a:r>
            <a:r>
              <a:rPr sz="4000" spc="-37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specific</a:t>
            </a:r>
            <a:r>
              <a:rPr sz="4000" spc="-37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l</a:t>
            </a:r>
            <a:r>
              <a:rPr sz="4000" spc="-20" dirty="0">
                <a:solidFill>
                  <a:srgbClr val="E7E7E7"/>
                </a:solidFill>
                <a:latin typeface="Verdana"/>
                <a:cs typeface="Verdana"/>
              </a:rPr>
              <a:t>e</a:t>
            </a:r>
            <a:r>
              <a:rPr sz="4000" spc="-15" dirty="0">
                <a:solidFill>
                  <a:srgbClr val="E7E7E7"/>
                </a:solidFill>
                <a:latin typeface="Verdana"/>
                <a:cs typeface="Verdana"/>
              </a:rPr>
              <a:t>t</a:t>
            </a:r>
            <a:r>
              <a:rPr sz="4000" spc="-40" dirty="0">
                <a:solidFill>
                  <a:srgbClr val="E7E7E7"/>
                </a:solidFill>
                <a:latin typeface="Verdana"/>
                <a:cs typeface="Verdana"/>
              </a:rPr>
              <a:t>t</a:t>
            </a:r>
            <a:r>
              <a:rPr sz="4000" spc="-20" dirty="0">
                <a:solidFill>
                  <a:srgbClr val="E7E7E7"/>
                </a:solidFill>
                <a:latin typeface="Verdana"/>
                <a:cs typeface="Verdana"/>
              </a:rPr>
              <a:t>e</a:t>
            </a:r>
            <a:r>
              <a:rPr sz="4000" spc="-450" dirty="0">
                <a:solidFill>
                  <a:srgbClr val="E7E7E7"/>
                </a:solidFill>
                <a:latin typeface="Verdana"/>
                <a:cs typeface="Verdana"/>
              </a:rPr>
              <a:t>r</a:t>
            </a:r>
            <a:r>
              <a:rPr sz="4000" spc="-700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"</a:t>
            </a:r>
            <a:endParaRPr sz="4000">
              <a:latin typeface="Verdana"/>
              <a:cs typeface="Verdana"/>
            </a:endParaRPr>
          </a:p>
          <a:p>
            <a:pPr marL="2037714">
              <a:lnSpc>
                <a:spcPct val="100000"/>
              </a:lnSpc>
              <a:spcBef>
                <a:spcPts val="3785"/>
              </a:spcBef>
            </a:pPr>
            <a:r>
              <a:rPr sz="1900" spc="-25" dirty="0">
                <a:solidFill>
                  <a:srgbClr val="FF6138"/>
                </a:solidFill>
                <a:latin typeface="Verdana"/>
                <a:cs typeface="Verdana"/>
              </a:rPr>
              <a:t>NEXT</a:t>
            </a:r>
            <a:r>
              <a:rPr sz="1900" spc="-155" dirty="0">
                <a:solidFill>
                  <a:srgbClr val="FF6138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FF6138"/>
                </a:solidFill>
                <a:latin typeface="Verdana"/>
                <a:cs typeface="Verdana"/>
              </a:rPr>
              <a:t>SLIDE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9078" y="7083763"/>
            <a:ext cx="175768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0" spc="-97" baseline="-25694" dirty="0">
                <a:solidFill>
                  <a:srgbClr val="E7E7E7"/>
                </a:solidFill>
                <a:latin typeface="Verdana"/>
                <a:cs typeface="Verdana"/>
              </a:rPr>
              <a:t>"Used</a:t>
            </a:r>
            <a:r>
              <a:rPr sz="6000" spc="-630" baseline="-25694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6000" spc="-345" baseline="-25694" dirty="0">
                <a:solidFill>
                  <a:srgbClr val="E7E7E7"/>
                </a:solidFill>
                <a:latin typeface="Verdana"/>
                <a:cs typeface="Verdana"/>
              </a:rPr>
              <a:t>LIKE</a:t>
            </a:r>
            <a:r>
              <a:rPr sz="6000" spc="-630" baseline="-25694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6000" spc="-82" baseline="-25694" dirty="0">
                <a:solidFill>
                  <a:srgbClr val="E7E7E7"/>
                </a:solidFill>
                <a:latin typeface="Verdana"/>
                <a:cs typeface="Verdana"/>
              </a:rPr>
              <a:t>with</a:t>
            </a:r>
            <a:r>
              <a:rPr sz="6000" spc="-630" baseline="-25694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6000" spc="-1425" baseline="-25694" dirty="0">
                <a:solidFill>
                  <a:srgbClr val="E7E7E7"/>
                </a:solidFill>
                <a:latin typeface="Verdana"/>
                <a:cs typeface="Verdana"/>
              </a:rPr>
              <a:t>%</a:t>
            </a:r>
            <a:r>
              <a:rPr sz="6000" spc="-622" baseline="-25694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6000" baseline="-25694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6000" spc="-630" baseline="-25694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6000" baseline="-25694" dirty="0">
                <a:solidFill>
                  <a:srgbClr val="E7E7E7"/>
                </a:solidFill>
                <a:latin typeface="Verdana"/>
                <a:cs typeface="Verdana"/>
              </a:rPr>
              <a:t>find</a:t>
            </a:r>
            <a:r>
              <a:rPr sz="6000" spc="-630" baseline="-25694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6000" baseline="-25694" dirty="0">
                <a:solidFill>
                  <a:srgbClr val="E7E7E7"/>
                </a:solidFill>
                <a:latin typeface="Verdana"/>
                <a:cs typeface="Verdana"/>
              </a:rPr>
              <a:t>brands</a:t>
            </a:r>
            <a:r>
              <a:rPr sz="6000" spc="187" baseline="-25694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65" dirty="0">
                <a:solidFill>
                  <a:srgbClr val="E7E7E7"/>
                </a:solidFill>
                <a:latin typeface="Verdana"/>
                <a:cs typeface="Verdana"/>
              </a:rPr>
              <a:t>"Used</a:t>
            </a:r>
            <a:r>
              <a:rPr sz="4000" spc="-42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45" dirty="0">
                <a:solidFill>
                  <a:srgbClr val="E7E7E7"/>
                </a:solidFill>
                <a:latin typeface="Verdana"/>
                <a:cs typeface="Verdana"/>
              </a:rPr>
              <a:t>WHERE</a:t>
            </a:r>
            <a:r>
              <a:rPr sz="4000" spc="-42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409" dirty="0">
                <a:solidFill>
                  <a:srgbClr val="E7E7E7"/>
                </a:solidFill>
                <a:latin typeface="Verdana"/>
                <a:cs typeface="Verdana"/>
              </a:rPr>
              <a:t>...</a:t>
            </a:r>
            <a:r>
              <a:rPr sz="4000" spc="-41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400" dirty="0">
                <a:solidFill>
                  <a:srgbClr val="E7E7E7"/>
                </a:solidFill>
                <a:latin typeface="Verdana"/>
                <a:cs typeface="Verdana"/>
              </a:rPr>
              <a:t>IS</a:t>
            </a:r>
            <a:r>
              <a:rPr sz="4000" spc="-42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NULL</a:t>
            </a:r>
            <a:r>
              <a:rPr sz="4000" spc="-42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4000" spc="-42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detect</a:t>
            </a:r>
            <a:r>
              <a:rPr sz="4000" spc="-41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any</a:t>
            </a:r>
            <a:endParaRPr sz="4000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74392" y="7693325"/>
            <a:ext cx="9341485" cy="2139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5599"/>
              </a:lnSpc>
              <a:spcBef>
                <a:spcPts val="100"/>
              </a:spcBef>
            </a:pPr>
            <a:r>
              <a:rPr sz="4000" spc="-135" dirty="0">
                <a:solidFill>
                  <a:srgbClr val="E7E7E7"/>
                </a:solidFill>
                <a:latin typeface="Verdana"/>
                <a:cs typeface="Verdana"/>
              </a:rPr>
              <a:t>missing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80" dirty="0">
                <a:solidFill>
                  <a:srgbClr val="E7E7E7"/>
                </a:solidFill>
                <a:latin typeface="Verdana"/>
                <a:cs typeface="Verdana"/>
              </a:rPr>
              <a:t>data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60" dirty="0">
                <a:solidFill>
                  <a:srgbClr val="E7E7E7"/>
                </a:solidFill>
                <a:latin typeface="Verdana"/>
                <a:cs typeface="Verdana"/>
              </a:rPr>
              <a:t>in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45" dirty="0">
                <a:solidFill>
                  <a:srgbClr val="E7E7E7"/>
                </a:solidFill>
                <a:latin typeface="Verdana"/>
                <a:cs typeface="Verdana"/>
              </a:rPr>
              <a:t>the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table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75" dirty="0">
                <a:solidFill>
                  <a:srgbClr val="E7E7E7"/>
                </a:solidFill>
                <a:latin typeface="Verdana"/>
                <a:cs typeface="Verdana"/>
              </a:rPr>
              <a:t>and</a:t>
            </a:r>
            <a:r>
              <a:rPr sz="4000" spc="-40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20" dirty="0">
                <a:solidFill>
                  <a:srgbClr val="E7E7E7"/>
                </a:solidFill>
                <a:latin typeface="Verdana"/>
                <a:cs typeface="Verdana"/>
              </a:rPr>
              <a:t>Used </a:t>
            </a:r>
            <a:r>
              <a:rPr sz="4000" spc="-100" dirty="0">
                <a:solidFill>
                  <a:srgbClr val="E7E7E7"/>
                </a:solidFill>
                <a:latin typeface="Verdana"/>
                <a:cs typeface="Verdana"/>
              </a:rPr>
              <a:t>UPDATE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75" dirty="0">
                <a:solidFill>
                  <a:srgbClr val="E7E7E7"/>
                </a:solidFill>
                <a:latin typeface="Verdana"/>
                <a:cs typeface="Verdana"/>
              </a:rPr>
              <a:t>and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30" dirty="0">
                <a:solidFill>
                  <a:srgbClr val="E7E7E7"/>
                </a:solidFill>
                <a:latin typeface="Verdana"/>
                <a:cs typeface="Verdana"/>
              </a:rPr>
              <a:t>ISNULL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E7E7E7"/>
                </a:solidFill>
                <a:latin typeface="Verdana"/>
                <a:cs typeface="Verdana"/>
              </a:rPr>
              <a:t>to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50" dirty="0">
                <a:solidFill>
                  <a:srgbClr val="E7E7E7"/>
                </a:solidFill>
                <a:latin typeface="Verdana"/>
                <a:cs typeface="Verdana"/>
              </a:rPr>
              <a:t>fill</a:t>
            </a:r>
            <a:r>
              <a:rPr sz="4000" spc="-39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70" dirty="0">
                <a:solidFill>
                  <a:srgbClr val="E7E7E7"/>
                </a:solidFill>
                <a:latin typeface="Verdana"/>
                <a:cs typeface="Verdana"/>
              </a:rPr>
              <a:t>empty</a:t>
            </a:r>
            <a:r>
              <a:rPr sz="4000" spc="-395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0" dirty="0">
                <a:solidFill>
                  <a:srgbClr val="E7E7E7"/>
                </a:solidFill>
                <a:latin typeface="Verdana"/>
                <a:cs typeface="Verdana"/>
              </a:rPr>
              <a:t>cells </a:t>
            </a:r>
            <a:r>
              <a:rPr sz="4000" spc="-55" dirty="0">
                <a:solidFill>
                  <a:srgbClr val="E7E7E7"/>
                </a:solidFill>
                <a:latin typeface="Verdana"/>
                <a:cs typeface="Verdana"/>
              </a:rPr>
              <a:t>with</a:t>
            </a:r>
            <a:r>
              <a:rPr sz="4000" spc="-430" dirty="0">
                <a:solidFill>
                  <a:srgbClr val="E7E7E7"/>
                </a:solidFill>
                <a:latin typeface="Verdana"/>
                <a:cs typeface="Verdana"/>
              </a:rPr>
              <a:t> </a:t>
            </a:r>
            <a:r>
              <a:rPr sz="4000" spc="-15" dirty="0">
                <a:solidFill>
                  <a:srgbClr val="E7E7E7"/>
                </a:solidFill>
                <a:latin typeface="Verdana"/>
                <a:cs typeface="Verdana"/>
              </a:rPr>
              <a:t>'</a:t>
            </a:r>
            <a:r>
              <a:rPr sz="4000" spc="-20" dirty="0">
                <a:solidFill>
                  <a:srgbClr val="E7E7E7"/>
                </a:solidFill>
                <a:latin typeface="Verdana"/>
                <a:cs typeface="Verdana"/>
              </a:rPr>
              <a:t>U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nkn</a:t>
            </a:r>
            <a:r>
              <a:rPr sz="4000" spc="-35" dirty="0">
                <a:solidFill>
                  <a:srgbClr val="E7E7E7"/>
                </a:solidFill>
                <a:latin typeface="Verdana"/>
                <a:cs typeface="Verdana"/>
              </a:rPr>
              <a:t>o</a:t>
            </a:r>
            <a:r>
              <a:rPr sz="4000" spc="-25" dirty="0">
                <a:solidFill>
                  <a:srgbClr val="E7E7E7"/>
                </a:solidFill>
                <a:latin typeface="Verdana"/>
                <a:cs typeface="Verdana"/>
              </a:rPr>
              <a:t>w</a:t>
            </a:r>
            <a:r>
              <a:rPr sz="4000" spc="-80" dirty="0">
                <a:solidFill>
                  <a:srgbClr val="E7E7E7"/>
                </a:solidFill>
                <a:latin typeface="Verdana"/>
                <a:cs typeface="Verdana"/>
              </a:rPr>
              <a:t>n</a:t>
            </a:r>
            <a:r>
              <a:rPr sz="4000" spc="-565" dirty="0">
                <a:solidFill>
                  <a:srgbClr val="E7E7E7"/>
                </a:solidFill>
                <a:latin typeface="Verdana"/>
                <a:cs typeface="Verdana"/>
              </a:rPr>
              <a:t>'</a:t>
            </a:r>
            <a:r>
              <a:rPr sz="4000" spc="-705" dirty="0">
                <a:solidFill>
                  <a:srgbClr val="E7E7E7"/>
                </a:solidFill>
                <a:latin typeface="Verdana"/>
                <a:cs typeface="Verdana"/>
              </a:rPr>
              <a:t>.</a:t>
            </a:r>
            <a:r>
              <a:rPr sz="4000" spc="-15" dirty="0">
                <a:solidFill>
                  <a:srgbClr val="E7E7E7"/>
                </a:solidFill>
                <a:latin typeface="Verdana"/>
                <a:cs typeface="Verdana"/>
              </a:rPr>
              <a:t>"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DC691-3EE5-C0B6-015D-37987E0C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A89362-A308-5552-5E5E-E374CC23CCA6}"/>
              </a:ext>
            </a:extLst>
          </p:cNvPr>
          <p:cNvSpPr/>
          <p:nvPr/>
        </p:nvSpPr>
        <p:spPr>
          <a:xfrm>
            <a:off x="0" y="1024741"/>
            <a:ext cx="18288000" cy="27305"/>
          </a:xfrm>
          <a:custGeom>
            <a:avLst/>
            <a:gdLst/>
            <a:ahLst/>
            <a:cxnLst/>
            <a:rect l="l" t="t" r="r" b="b"/>
            <a:pathLst>
              <a:path w="18288000" h="27305">
                <a:moveTo>
                  <a:pt x="0" y="26702"/>
                </a:moveTo>
                <a:lnTo>
                  <a:pt x="0" y="17177"/>
                </a:lnTo>
                <a:lnTo>
                  <a:pt x="18287999" y="0"/>
                </a:lnTo>
                <a:lnTo>
                  <a:pt x="18287999" y="9525"/>
                </a:lnTo>
                <a:lnTo>
                  <a:pt x="0" y="26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F692B46-9162-07D3-09CA-C474A1479B1E}"/>
              </a:ext>
            </a:extLst>
          </p:cNvPr>
          <p:cNvSpPr/>
          <p:nvPr/>
        </p:nvSpPr>
        <p:spPr>
          <a:xfrm>
            <a:off x="264083" y="364400"/>
            <a:ext cx="476250" cy="371475"/>
          </a:xfrm>
          <a:custGeom>
            <a:avLst/>
            <a:gdLst/>
            <a:ahLst/>
            <a:cxnLst/>
            <a:rect l="l" t="t" r="r" b="b"/>
            <a:pathLst>
              <a:path w="476250" h="371475">
                <a:moveTo>
                  <a:pt x="382727" y="5334"/>
                </a:moveTo>
                <a:lnTo>
                  <a:pt x="377393" y="0"/>
                </a:lnTo>
                <a:lnTo>
                  <a:pt x="298259" y="0"/>
                </a:lnTo>
                <a:lnTo>
                  <a:pt x="292912" y="5334"/>
                </a:lnTo>
                <a:lnTo>
                  <a:pt x="292912" y="55638"/>
                </a:lnTo>
                <a:lnTo>
                  <a:pt x="289598" y="72390"/>
                </a:lnTo>
                <a:lnTo>
                  <a:pt x="282105" y="86067"/>
                </a:lnTo>
                <a:lnTo>
                  <a:pt x="268897" y="95300"/>
                </a:lnTo>
                <a:lnTo>
                  <a:pt x="248386" y="98691"/>
                </a:lnTo>
                <a:lnTo>
                  <a:pt x="231825" y="98691"/>
                </a:lnTo>
                <a:lnTo>
                  <a:pt x="211632" y="95427"/>
                </a:lnTo>
                <a:lnTo>
                  <a:pt x="198501" y="86525"/>
                </a:lnTo>
                <a:lnTo>
                  <a:pt x="190919" y="73279"/>
                </a:lnTo>
                <a:lnTo>
                  <a:pt x="187439" y="57010"/>
                </a:lnTo>
                <a:lnTo>
                  <a:pt x="187439" y="5334"/>
                </a:lnTo>
                <a:lnTo>
                  <a:pt x="182092" y="0"/>
                </a:lnTo>
                <a:lnTo>
                  <a:pt x="109499" y="0"/>
                </a:lnTo>
                <a:lnTo>
                  <a:pt x="102958" y="0"/>
                </a:lnTo>
                <a:lnTo>
                  <a:pt x="97624" y="5334"/>
                </a:lnTo>
                <a:lnTo>
                  <a:pt x="97624" y="84467"/>
                </a:lnTo>
                <a:lnTo>
                  <a:pt x="102958" y="89814"/>
                </a:lnTo>
                <a:lnTo>
                  <a:pt x="115658" y="89814"/>
                </a:lnTo>
                <a:lnTo>
                  <a:pt x="115519" y="89954"/>
                </a:lnTo>
                <a:lnTo>
                  <a:pt x="124333" y="89814"/>
                </a:lnTo>
                <a:lnTo>
                  <a:pt x="142163" y="89814"/>
                </a:lnTo>
                <a:lnTo>
                  <a:pt x="162445" y="91948"/>
                </a:lnTo>
                <a:lnTo>
                  <a:pt x="179476" y="98628"/>
                </a:lnTo>
                <a:lnTo>
                  <a:pt x="191185" y="112191"/>
                </a:lnTo>
                <a:lnTo>
                  <a:pt x="195541" y="134975"/>
                </a:lnTo>
                <a:lnTo>
                  <a:pt x="195541" y="182473"/>
                </a:lnTo>
                <a:lnTo>
                  <a:pt x="200875" y="187820"/>
                </a:lnTo>
                <a:lnTo>
                  <a:pt x="279323" y="187820"/>
                </a:lnTo>
                <a:lnTo>
                  <a:pt x="284670" y="182473"/>
                </a:lnTo>
                <a:lnTo>
                  <a:pt x="284670" y="134975"/>
                </a:lnTo>
                <a:lnTo>
                  <a:pt x="289001" y="112268"/>
                </a:lnTo>
                <a:lnTo>
                  <a:pt x="300634" y="98704"/>
                </a:lnTo>
                <a:lnTo>
                  <a:pt x="317538" y="91986"/>
                </a:lnTo>
                <a:lnTo>
                  <a:pt x="337654" y="89814"/>
                </a:lnTo>
                <a:lnTo>
                  <a:pt x="356171" y="89814"/>
                </a:lnTo>
                <a:lnTo>
                  <a:pt x="361073" y="89903"/>
                </a:lnTo>
                <a:lnTo>
                  <a:pt x="365912" y="90004"/>
                </a:lnTo>
                <a:lnTo>
                  <a:pt x="373354" y="90004"/>
                </a:lnTo>
                <a:lnTo>
                  <a:pt x="375907" y="89052"/>
                </a:lnTo>
                <a:lnTo>
                  <a:pt x="377939" y="87464"/>
                </a:lnTo>
                <a:lnTo>
                  <a:pt x="380834" y="85280"/>
                </a:lnTo>
                <a:lnTo>
                  <a:pt x="382727" y="81813"/>
                </a:lnTo>
                <a:lnTo>
                  <a:pt x="382727" y="5334"/>
                </a:lnTo>
                <a:close/>
              </a:path>
              <a:path w="476250" h="371475">
                <a:moveTo>
                  <a:pt x="476046" y="91224"/>
                </a:moveTo>
                <a:lnTo>
                  <a:pt x="475018" y="90195"/>
                </a:lnTo>
                <a:lnTo>
                  <a:pt x="396570" y="90195"/>
                </a:lnTo>
                <a:lnTo>
                  <a:pt x="391236" y="95529"/>
                </a:lnTo>
                <a:lnTo>
                  <a:pt x="391236" y="102069"/>
                </a:lnTo>
                <a:lnTo>
                  <a:pt x="389521" y="150634"/>
                </a:lnTo>
                <a:lnTo>
                  <a:pt x="379501" y="176276"/>
                </a:lnTo>
                <a:lnTo>
                  <a:pt x="353872" y="186283"/>
                </a:lnTo>
                <a:lnTo>
                  <a:pt x="305308" y="187998"/>
                </a:lnTo>
                <a:lnTo>
                  <a:pt x="298754" y="187998"/>
                </a:lnTo>
                <a:lnTo>
                  <a:pt x="293420" y="193332"/>
                </a:lnTo>
                <a:lnTo>
                  <a:pt x="293420" y="199885"/>
                </a:lnTo>
                <a:lnTo>
                  <a:pt x="293700" y="229247"/>
                </a:lnTo>
                <a:lnTo>
                  <a:pt x="290436" y="257009"/>
                </a:lnTo>
                <a:lnTo>
                  <a:pt x="277406" y="277698"/>
                </a:lnTo>
                <a:lnTo>
                  <a:pt x="248450" y="285813"/>
                </a:lnTo>
                <a:lnTo>
                  <a:pt x="231902" y="285813"/>
                </a:lnTo>
                <a:lnTo>
                  <a:pt x="202946" y="277698"/>
                </a:lnTo>
                <a:lnTo>
                  <a:pt x="202412" y="276847"/>
                </a:lnTo>
                <a:lnTo>
                  <a:pt x="189928" y="257009"/>
                </a:lnTo>
                <a:lnTo>
                  <a:pt x="186651" y="229247"/>
                </a:lnTo>
                <a:lnTo>
                  <a:pt x="186766" y="216674"/>
                </a:lnTo>
                <a:lnTo>
                  <a:pt x="186931" y="199885"/>
                </a:lnTo>
                <a:lnTo>
                  <a:pt x="186931" y="193332"/>
                </a:lnTo>
                <a:lnTo>
                  <a:pt x="181597" y="187998"/>
                </a:lnTo>
                <a:lnTo>
                  <a:pt x="175044" y="187998"/>
                </a:lnTo>
                <a:lnTo>
                  <a:pt x="126479" y="186283"/>
                </a:lnTo>
                <a:lnTo>
                  <a:pt x="100850" y="176276"/>
                </a:lnTo>
                <a:lnTo>
                  <a:pt x="90830" y="150634"/>
                </a:lnTo>
                <a:lnTo>
                  <a:pt x="89128" y="102069"/>
                </a:lnTo>
                <a:lnTo>
                  <a:pt x="89128" y="95529"/>
                </a:lnTo>
                <a:lnTo>
                  <a:pt x="83781" y="90195"/>
                </a:lnTo>
                <a:lnTo>
                  <a:pt x="5334" y="90195"/>
                </a:lnTo>
                <a:lnTo>
                  <a:pt x="0" y="95529"/>
                </a:lnTo>
                <a:lnTo>
                  <a:pt x="0" y="173977"/>
                </a:lnTo>
                <a:lnTo>
                  <a:pt x="5334" y="179311"/>
                </a:lnTo>
                <a:lnTo>
                  <a:pt x="11874" y="179311"/>
                </a:lnTo>
                <a:lnTo>
                  <a:pt x="60439" y="181025"/>
                </a:lnTo>
                <a:lnTo>
                  <a:pt x="86080" y="191046"/>
                </a:lnTo>
                <a:lnTo>
                  <a:pt x="96088" y="216674"/>
                </a:lnTo>
                <a:lnTo>
                  <a:pt x="97802" y="265239"/>
                </a:lnTo>
                <a:lnTo>
                  <a:pt x="97802" y="271792"/>
                </a:lnTo>
                <a:lnTo>
                  <a:pt x="103149" y="277126"/>
                </a:lnTo>
                <a:lnTo>
                  <a:pt x="109689" y="277126"/>
                </a:lnTo>
                <a:lnTo>
                  <a:pt x="139217" y="276872"/>
                </a:lnTo>
                <a:lnTo>
                  <a:pt x="166649" y="280123"/>
                </a:lnTo>
                <a:lnTo>
                  <a:pt x="166903" y="280123"/>
                </a:lnTo>
                <a:lnTo>
                  <a:pt x="187490" y="293141"/>
                </a:lnTo>
                <a:lnTo>
                  <a:pt x="195618" y="322097"/>
                </a:lnTo>
                <a:lnTo>
                  <a:pt x="195618" y="369595"/>
                </a:lnTo>
                <a:lnTo>
                  <a:pt x="197497" y="371475"/>
                </a:lnTo>
                <a:lnTo>
                  <a:pt x="282867" y="371475"/>
                </a:lnTo>
                <a:lnTo>
                  <a:pt x="284734" y="369595"/>
                </a:lnTo>
                <a:lnTo>
                  <a:pt x="284734" y="322097"/>
                </a:lnTo>
                <a:lnTo>
                  <a:pt x="292849" y="293141"/>
                </a:lnTo>
                <a:lnTo>
                  <a:pt x="304495" y="285813"/>
                </a:lnTo>
                <a:lnTo>
                  <a:pt x="313537" y="280123"/>
                </a:lnTo>
                <a:lnTo>
                  <a:pt x="341299" y="276847"/>
                </a:lnTo>
                <a:lnTo>
                  <a:pt x="370662" y="277126"/>
                </a:lnTo>
                <a:lnTo>
                  <a:pt x="377215" y="277126"/>
                </a:lnTo>
                <a:lnTo>
                  <a:pt x="377494" y="276847"/>
                </a:lnTo>
                <a:lnTo>
                  <a:pt x="382549" y="271792"/>
                </a:lnTo>
                <a:lnTo>
                  <a:pt x="382549" y="265239"/>
                </a:lnTo>
                <a:lnTo>
                  <a:pt x="384263" y="216674"/>
                </a:lnTo>
                <a:lnTo>
                  <a:pt x="394271" y="191046"/>
                </a:lnTo>
                <a:lnTo>
                  <a:pt x="419912" y="181025"/>
                </a:lnTo>
                <a:lnTo>
                  <a:pt x="468477" y="179311"/>
                </a:lnTo>
                <a:lnTo>
                  <a:pt x="475018" y="179311"/>
                </a:lnTo>
                <a:lnTo>
                  <a:pt x="476046" y="178282"/>
                </a:lnTo>
                <a:lnTo>
                  <a:pt x="476046" y="91224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BAFFE9C-D12F-F39B-86B8-609E3FEAC08F}"/>
              </a:ext>
            </a:extLst>
          </p:cNvPr>
          <p:cNvSpPr/>
          <p:nvPr/>
        </p:nvSpPr>
        <p:spPr>
          <a:xfrm>
            <a:off x="17184296" y="364392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31D5613-E396-8673-9324-B4A19C2F0142}"/>
              </a:ext>
            </a:extLst>
          </p:cNvPr>
          <p:cNvSpPr/>
          <p:nvPr/>
        </p:nvSpPr>
        <p:spPr>
          <a:xfrm>
            <a:off x="17184296" y="506858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B80663B-CCBB-9C04-5760-D5239C7D12E5}"/>
              </a:ext>
            </a:extLst>
          </p:cNvPr>
          <p:cNvSpPr/>
          <p:nvPr/>
        </p:nvSpPr>
        <p:spPr>
          <a:xfrm>
            <a:off x="17184296" y="649677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B61A6DB-19ED-9A42-9489-E9D9D1D83779}"/>
              </a:ext>
            </a:extLst>
          </p:cNvPr>
          <p:cNvSpPr/>
          <p:nvPr/>
        </p:nvSpPr>
        <p:spPr>
          <a:xfrm>
            <a:off x="16050480" y="5670331"/>
            <a:ext cx="1209040" cy="1209040"/>
          </a:xfrm>
          <a:custGeom>
            <a:avLst/>
            <a:gdLst/>
            <a:ahLst/>
            <a:cxnLst/>
            <a:rect l="l" t="t" r="r" b="b"/>
            <a:pathLst>
              <a:path w="1209040" h="1209040">
                <a:moveTo>
                  <a:pt x="699218" y="502489"/>
                </a:moveTo>
                <a:lnTo>
                  <a:pt x="502490" y="502489"/>
                </a:lnTo>
                <a:lnTo>
                  <a:pt x="312871" y="40294"/>
                </a:lnTo>
                <a:lnTo>
                  <a:pt x="410049" y="0"/>
                </a:lnTo>
                <a:lnTo>
                  <a:pt x="602039" y="462195"/>
                </a:lnTo>
                <a:lnTo>
                  <a:pt x="715956" y="462195"/>
                </a:lnTo>
                <a:lnTo>
                  <a:pt x="699218" y="502489"/>
                </a:lnTo>
                <a:close/>
              </a:path>
              <a:path w="1209040" h="1209040">
                <a:moveTo>
                  <a:pt x="715956" y="462195"/>
                </a:moveTo>
                <a:lnTo>
                  <a:pt x="602039" y="462195"/>
                </a:lnTo>
                <a:lnTo>
                  <a:pt x="794028" y="0"/>
                </a:lnTo>
                <a:lnTo>
                  <a:pt x="891208" y="40294"/>
                </a:lnTo>
                <a:lnTo>
                  <a:pt x="715956" y="462195"/>
                </a:lnTo>
                <a:close/>
              </a:path>
              <a:path w="1209040" h="1209040">
                <a:moveTo>
                  <a:pt x="983998" y="502489"/>
                </a:moveTo>
                <a:lnTo>
                  <a:pt x="699218" y="502489"/>
                </a:lnTo>
                <a:lnTo>
                  <a:pt x="1163785" y="310500"/>
                </a:lnTo>
                <a:lnTo>
                  <a:pt x="1208819" y="410050"/>
                </a:lnTo>
                <a:lnTo>
                  <a:pt x="983998" y="502489"/>
                </a:lnTo>
                <a:close/>
              </a:path>
              <a:path w="1209040" h="1209040">
                <a:moveTo>
                  <a:pt x="40294" y="891208"/>
                </a:moveTo>
                <a:lnTo>
                  <a:pt x="0" y="794028"/>
                </a:lnTo>
                <a:lnTo>
                  <a:pt x="462196" y="602039"/>
                </a:lnTo>
                <a:lnTo>
                  <a:pt x="0" y="410050"/>
                </a:lnTo>
                <a:lnTo>
                  <a:pt x="40294" y="312871"/>
                </a:lnTo>
                <a:lnTo>
                  <a:pt x="502490" y="502489"/>
                </a:lnTo>
                <a:lnTo>
                  <a:pt x="983998" y="502489"/>
                </a:lnTo>
                <a:lnTo>
                  <a:pt x="741883" y="602039"/>
                </a:lnTo>
                <a:lnTo>
                  <a:pt x="978233" y="699219"/>
                </a:lnTo>
                <a:lnTo>
                  <a:pt x="502490" y="699219"/>
                </a:lnTo>
                <a:lnTo>
                  <a:pt x="40294" y="891208"/>
                </a:lnTo>
                <a:close/>
              </a:path>
              <a:path w="1209040" h="1209040">
                <a:moveTo>
                  <a:pt x="410049" y="1208819"/>
                </a:moveTo>
                <a:lnTo>
                  <a:pt x="312871" y="1163784"/>
                </a:lnTo>
                <a:lnTo>
                  <a:pt x="502490" y="699219"/>
                </a:lnTo>
                <a:lnTo>
                  <a:pt x="699218" y="699219"/>
                </a:lnTo>
                <a:lnTo>
                  <a:pt x="716850" y="741882"/>
                </a:lnTo>
                <a:lnTo>
                  <a:pt x="602039" y="741882"/>
                </a:lnTo>
                <a:lnTo>
                  <a:pt x="410049" y="1208819"/>
                </a:lnTo>
                <a:close/>
              </a:path>
              <a:path w="1209040" h="1209040">
                <a:moveTo>
                  <a:pt x="1163785" y="891208"/>
                </a:moveTo>
                <a:lnTo>
                  <a:pt x="699218" y="699219"/>
                </a:lnTo>
                <a:lnTo>
                  <a:pt x="978233" y="699219"/>
                </a:lnTo>
                <a:lnTo>
                  <a:pt x="1208819" y="794028"/>
                </a:lnTo>
                <a:lnTo>
                  <a:pt x="1163785" y="891208"/>
                </a:lnTo>
                <a:close/>
              </a:path>
              <a:path w="1209040" h="1209040">
                <a:moveTo>
                  <a:pt x="794028" y="1208819"/>
                </a:moveTo>
                <a:lnTo>
                  <a:pt x="602039" y="741882"/>
                </a:lnTo>
                <a:lnTo>
                  <a:pt x="716850" y="741882"/>
                </a:lnTo>
                <a:lnTo>
                  <a:pt x="891208" y="1163784"/>
                </a:lnTo>
                <a:lnTo>
                  <a:pt x="794028" y="1208819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255A33E-96B2-CFBC-2479-B23C994B4083}"/>
              </a:ext>
            </a:extLst>
          </p:cNvPr>
          <p:cNvSpPr/>
          <p:nvPr/>
        </p:nvSpPr>
        <p:spPr>
          <a:xfrm>
            <a:off x="1467677" y="6274741"/>
            <a:ext cx="1209040" cy="1209040"/>
          </a:xfrm>
          <a:custGeom>
            <a:avLst/>
            <a:gdLst/>
            <a:ahLst/>
            <a:cxnLst/>
            <a:rect l="l" t="t" r="r" b="b"/>
            <a:pathLst>
              <a:path w="1209039" h="1209040">
                <a:moveTo>
                  <a:pt x="699219" y="502489"/>
                </a:moveTo>
                <a:lnTo>
                  <a:pt x="502489" y="502489"/>
                </a:lnTo>
                <a:lnTo>
                  <a:pt x="312870" y="40293"/>
                </a:lnTo>
                <a:lnTo>
                  <a:pt x="410050" y="0"/>
                </a:lnTo>
                <a:lnTo>
                  <a:pt x="602039" y="462195"/>
                </a:lnTo>
                <a:lnTo>
                  <a:pt x="715956" y="462195"/>
                </a:lnTo>
                <a:lnTo>
                  <a:pt x="699219" y="502489"/>
                </a:lnTo>
                <a:close/>
              </a:path>
              <a:path w="1209039" h="1209040">
                <a:moveTo>
                  <a:pt x="715956" y="462195"/>
                </a:moveTo>
                <a:lnTo>
                  <a:pt x="602039" y="462195"/>
                </a:lnTo>
                <a:lnTo>
                  <a:pt x="794028" y="0"/>
                </a:lnTo>
                <a:lnTo>
                  <a:pt x="891208" y="40293"/>
                </a:lnTo>
                <a:lnTo>
                  <a:pt x="715956" y="462195"/>
                </a:lnTo>
                <a:close/>
              </a:path>
              <a:path w="1209039" h="1209040">
                <a:moveTo>
                  <a:pt x="983997" y="502489"/>
                </a:moveTo>
                <a:lnTo>
                  <a:pt x="699219" y="502489"/>
                </a:lnTo>
                <a:lnTo>
                  <a:pt x="1163784" y="310500"/>
                </a:lnTo>
                <a:lnTo>
                  <a:pt x="1208819" y="410050"/>
                </a:lnTo>
                <a:lnTo>
                  <a:pt x="983997" y="502489"/>
                </a:lnTo>
                <a:close/>
              </a:path>
              <a:path w="1209039" h="1209040">
                <a:moveTo>
                  <a:pt x="40294" y="891208"/>
                </a:moveTo>
                <a:lnTo>
                  <a:pt x="0" y="794028"/>
                </a:lnTo>
                <a:lnTo>
                  <a:pt x="462195" y="602039"/>
                </a:lnTo>
                <a:lnTo>
                  <a:pt x="0" y="410050"/>
                </a:lnTo>
                <a:lnTo>
                  <a:pt x="40294" y="312871"/>
                </a:lnTo>
                <a:lnTo>
                  <a:pt x="502489" y="502489"/>
                </a:lnTo>
                <a:lnTo>
                  <a:pt x="983997" y="502489"/>
                </a:lnTo>
                <a:lnTo>
                  <a:pt x="741883" y="602039"/>
                </a:lnTo>
                <a:lnTo>
                  <a:pt x="978233" y="699219"/>
                </a:lnTo>
                <a:lnTo>
                  <a:pt x="502489" y="699219"/>
                </a:lnTo>
                <a:lnTo>
                  <a:pt x="40294" y="891208"/>
                </a:lnTo>
                <a:close/>
              </a:path>
              <a:path w="1209039" h="1209040">
                <a:moveTo>
                  <a:pt x="410050" y="1208819"/>
                </a:moveTo>
                <a:lnTo>
                  <a:pt x="312870" y="1163784"/>
                </a:lnTo>
                <a:lnTo>
                  <a:pt x="502489" y="699219"/>
                </a:lnTo>
                <a:lnTo>
                  <a:pt x="699219" y="699219"/>
                </a:lnTo>
                <a:lnTo>
                  <a:pt x="716850" y="741882"/>
                </a:lnTo>
                <a:lnTo>
                  <a:pt x="602039" y="741882"/>
                </a:lnTo>
                <a:lnTo>
                  <a:pt x="410050" y="1208819"/>
                </a:lnTo>
                <a:close/>
              </a:path>
              <a:path w="1209039" h="1209040">
                <a:moveTo>
                  <a:pt x="1163784" y="891208"/>
                </a:moveTo>
                <a:lnTo>
                  <a:pt x="699219" y="699219"/>
                </a:lnTo>
                <a:lnTo>
                  <a:pt x="978233" y="699219"/>
                </a:lnTo>
                <a:lnTo>
                  <a:pt x="1208819" y="794028"/>
                </a:lnTo>
                <a:lnTo>
                  <a:pt x="1163784" y="891208"/>
                </a:lnTo>
                <a:close/>
              </a:path>
              <a:path w="1209039" h="1209040">
                <a:moveTo>
                  <a:pt x="794028" y="1208819"/>
                </a:moveTo>
                <a:lnTo>
                  <a:pt x="602039" y="741882"/>
                </a:lnTo>
                <a:lnTo>
                  <a:pt x="716850" y="741882"/>
                </a:lnTo>
                <a:lnTo>
                  <a:pt x="891208" y="1163784"/>
                </a:lnTo>
                <a:lnTo>
                  <a:pt x="794028" y="1208819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433D428-5405-3181-C57E-4E463D889EEA}"/>
              </a:ext>
            </a:extLst>
          </p:cNvPr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F708A89-ADCF-A3CF-8AD3-27F2B9F8DB1C}"/>
              </a:ext>
            </a:extLst>
          </p:cNvPr>
          <p:cNvSpPr txBox="1"/>
          <p:nvPr/>
        </p:nvSpPr>
        <p:spPr>
          <a:xfrm>
            <a:off x="7969912" y="359825"/>
            <a:ext cx="9378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85" dirty="0">
                <a:solidFill>
                  <a:srgbClr val="E7E7E7"/>
                </a:solidFill>
                <a:latin typeface="Tahoma"/>
                <a:cs typeface="Tahoma"/>
              </a:rPr>
              <a:t>ABOUT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785EA6E-A5D7-C179-FC07-D2FDEE6BC374}"/>
              </a:ext>
            </a:extLst>
          </p:cNvPr>
          <p:cNvSpPr txBox="1"/>
          <p:nvPr/>
        </p:nvSpPr>
        <p:spPr>
          <a:xfrm>
            <a:off x="10220914" y="359825"/>
            <a:ext cx="12319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CONTENT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AAC6CF2-A582-DA76-66F2-D60FFDBF8F01}"/>
              </a:ext>
            </a:extLst>
          </p:cNvPr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460627A-8742-C920-2E9F-8299B96808FF}"/>
              </a:ext>
            </a:extLst>
          </p:cNvPr>
          <p:cNvSpPr txBox="1"/>
          <p:nvPr/>
        </p:nvSpPr>
        <p:spPr>
          <a:xfrm>
            <a:off x="1403693" y="4012259"/>
            <a:ext cx="15008225" cy="2567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6600" spc="-445" dirty="0">
                <a:solidFill>
                  <a:srgbClr val="E7E7E7"/>
                </a:solidFill>
                <a:latin typeface="Arial Black"/>
                <a:cs typeface="Arial Black"/>
              </a:rPr>
              <a:t>Power BI </a:t>
            </a:r>
          </a:p>
        </p:txBody>
      </p:sp>
    </p:spTree>
    <p:extLst>
      <p:ext uri="{BB962C8B-B14F-4D97-AF65-F5344CB8AC3E}">
        <p14:creationId xmlns:p14="http://schemas.microsoft.com/office/powerpoint/2010/main" val="630217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6EAE-D623-FF86-81A5-AB008EB6E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FCCEA5-A95E-0C18-534F-01E3E709C792}"/>
              </a:ext>
            </a:extLst>
          </p:cNvPr>
          <p:cNvSpPr/>
          <p:nvPr/>
        </p:nvSpPr>
        <p:spPr>
          <a:xfrm>
            <a:off x="0" y="1024741"/>
            <a:ext cx="18288000" cy="27305"/>
          </a:xfrm>
          <a:custGeom>
            <a:avLst/>
            <a:gdLst/>
            <a:ahLst/>
            <a:cxnLst/>
            <a:rect l="l" t="t" r="r" b="b"/>
            <a:pathLst>
              <a:path w="18288000" h="27305">
                <a:moveTo>
                  <a:pt x="0" y="26702"/>
                </a:moveTo>
                <a:lnTo>
                  <a:pt x="0" y="17177"/>
                </a:lnTo>
                <a:lnTo>
                  <a:pt x="18287999" y="0"/>
                </a:lnTo>
                <a:lnTo>
                  <a:pt x="18287999" y="9525"/>
                </a:lnTo>
                <a:lnTo>
                  <a:pt x="0" y="26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45ABEE3-B239-716D-0C6A-9902BC0A9D22}"/>
              </a:ext>
            </a:extLst>
          </p:cNvPr>
          <p:cNvSpPr/>
          <p:nvPr/>
        </p:nvSpPr>
        <p:spPr>
          <a:xfrm>
            <a:off x="264083" y="364400"/>
            <a:ext cx="476250" cy="371475"/>
          </a:xfrm>
          <a:custGeom>
            <a:avLst/>
            <a:gdLst/>
            <a:ahLst/>
            <a:cxnLst/>
            <a:rect l="l" t="t" r="r" b="b"/>
            <a:pathLst>
              <a:path w="476250" h="371475">
                <a:moveTo>
                  <a:pt x="382727" y="5334"/>
                </a:moveTo>
                <a:lnTo>
                  <a:pt x="377393" y="0"/>
                </a:lnTo>
                <a:lnTo>
                  <a:pt x="298259" y="0"/>
                </a:lnTo>
                <a:lnTo>
                  <a:pt x="292912" y="5334"/>
                </a:lnTo>
                <a:lnTo>
                  <a:pt x="292912" y="55638"/>
                </a:lnTo>
                <a:lnTo>
                  <a:pt x="289598" y="72390"/>
                </a:lnTo>
                <a:lnTo>
                  <a:pt x="282105" y="86067"/>
                </a:lnTo>
                <a:lnTo>
                  <a:pt x="268897" y="95300"/>
                </a:lnTo>
                <a:lnTo>
                  <a:pt x="248386" y="98691"/>
                </a:lnTo>
                <a:lnTo>
                  <a:pt x="231825" y="98691"/>
                </a:lnTo>
                <a:lnTo>
                  <a:pt x="211632" y="95427"/>
                </a:lnTo>
                <a:lnTo>
                  <a:pt x="198501" y="86525"/>
                </a:lnTo>
                <a:lnTo>
                  <a:pt x="190919" y="73279"/>
                </a:lnTo>
                <a:lnTo>
                  <a:pt x="187439" y="57010"/>
                </a:lnTo>
                <a:lnTo>
                  <a:pt x="187439" y="5334"/>
                </a:lnTo>
                <a:lnTo>
                  <a:pt x="182092" y="0"/>
                </a:lnTo>
                <a:lnTo>
                  <a:pt x="109499" y="0"/>
                </a:lnTo>
                <a:lnTo>
                  <a:pt x="102958" y="0"/>
                </a:lnTo>
                <a:lnTo>
                  <a:pt x="97624" y="5334"/>
                </a:lnTo>
                <a:lnTo>
                  <a:pt x="97624" y="84467"/>
                </a:lnTo>
                <a:lnTo>
                  <a:pt x="102958" y="89814"/>
                </a:lnTo>
                <a:lnTo>
                  <a:pt x="115658" y="89814"/>
                </a:lnTo>
                <a:lnTo>
                  <a:pt x="115519" y="89954"/>
                </a:lnTo>
                <a:lnTo>
                  <a:pt x="124333" y="89814"/>
                </a:lnTo>
                <a:lnTo>
                  <a:pt x="142163" y="89814"/>
                </a:lnTo>
                <a:lnTo>
                  <a:pt x="162445" y="91948"/>
                </a:lnTo>
                <a:lnTo>
                  <a:pt x="179476" y="98628"/>
                </a:lnTo>
                <a:lnTo>
                  <a:pt x="191185" y="112191"/>
                </a:lnTo>
                <a:lnTo>
                  <a:pt x="195541" y="134975"/>
                </a:lnTo>
                <a:lnTo>
                  <a:pt x="195541" y="182473"/>
                </a:lnTo>
                <a:lnTo>
                  <a:pt x="200875" y="187820"/>
                </a:lnTo>
                <a:lnTo>
                  <a:pt x="279323" y="187820"/>
                </a:lnTo>
                <a:lnTo>
                  <a:pt x="284670" y="182473"/>
                </a:lnTo>
                <a:lnTo>
                  <a:pt x="284670" y="134975"/>
                </a:lnTo>
                <a:lnTo>
                  <a:pt x="289001" y="112268"/>
                </a:lnTo>
                <a:lnTo>
                  <a:pt x="300634" y="98704"/>
                </a:lnTo>
                <a:lnTo>
                  <a:pt x="317538" y="91986"/>
                </a:lnTo>
                <a:lnTo>
                  <a:pt x="337654" y="89814"/>
                </a:lnTo>
                <a:lnTo>
                  <a:pt x="356171" y="89814"/>
                </a:lnTo>
                <a:lnTo>
                  <a:pt x="361073" y="89903"/>
                </a:lnTo>
                <a:lnTo>
                  <a:pt x="365912" y="90004"/>
                </a:lnTo>
                <a:lnTo>
                  <a:pt x="373354" y="90004"/>
                </a:lnTo>
                <a:lnTo>
                  <a:pt x="375907" y="89052"/>
                </a:lnTo>
                <a:lnTo>
                  <a:pt x="377939" y="87464"/>
                </a:lnTo>
                <a:lnTo>
                  <a:pt x="380834" y="85280"/>
                </a:lnTo>
                <a:lnTo>
                  <a:pt x="382727" y="81813"/>
                </a:lnTo>
                <a:lnTo>
                  <a:pt x="382727" y="5334"/>
                </a:lnTo>
                <a:close/>
              </a:path>
              <a:path w="476250" h="371475">
                <a:moveTo>
                  <a:pt x="476046" y="91224"/>
                </a:moveTo>
                <a:lnTo>
                  <a:pt x="475018" y="90195"/>
                </a:lnTo>
                <a:lnTo>
                  <a:pt x="396570" y="90195"/>
                </a:lnTo>
                <a:lnTo>
                  <a:pt x="391236" y="95529"/>
                </a:lnTo>
                <a:lnTo>
                  <a:pt x="391236" y="102069"/>
                </a:lnTo>
                <a:lnTo>
                  <a:pt x="389521" y="150634"/>
                </a:lnTo>
                <a:lnTo>
                  <a:pt x="379501" y="176276"/>
                </a:lnTo>
                <a:lnTo>
                  <a:pt x="353872" y="186283"/>
                </a:lnTo>
                <a:lnTo>
                  <a:pt x="305308" y="187998"/>
                </a:lnTo>
                <a:lnTo>
                  <a:pt x="298754" y="187998"/>
                </a:lnTo>
                <a:lnTo>
                  <a:pt x="293420" y="193332"/>
                </a:lnTo>
                <a:lnTo>
                  <a:pt x="293420" y="199885"/>
                </a:lnTo>
                <a:lnTo>
                  <a:pt x="293700" y="229247"/>
                </a:lnTo>
                <a:lnTo>
                  <a:pt x="290436" y="257009"/>
                </a:lnTo>
                <a:lnTo>
                  <a:pt x="277406" y="277698"/>
                </a:lnTo>
                <a:lnTo>
                  <a:pt x="248450" y="285813"/>
                </a:lnTo>
                <a:lnTo>
                  <a:pt x="231902" y="285813"/>
                </a:lnTo>
                <a:lnTo>
                  <a:pt x="202946" y="277698"/>
                </a:lnTo>
                <a:lnTo>
                  <a:pt x="202412" y="276847"/>
                </a:lnTo>
                <a:lnTo>
                  <a:pt x="189928" y="257009"/>
                </a:lnTo>
                <a:lnTo>
                  <a:pt x="186651" y="229247"/>
                </a:lnTo>
                <a:lnTo>
                  <a:pt x="186766" y="216674"/>
                </a:lnTo>
                <a:lnTo>
                  <a:pt x="186931" y="199885"/>
                </a:lnTo>
                <a:lnTo>
                  <a:pt x="186931" y="193332"/>
                </a:lnTo>
                <a:lnTo>
                  <a:pt x="181597" y="187998"/>
                </a:lnTo>
                <a:lnTo>
                  <a:pt x="175044" y="187998"/>
                </a:lnTo>
                <a:lnTo>
                  <a:pt x="126479" y="186283"/>
                </a:lnTo>
                <a:lnTo>
                  <a:pt x="100850" y="176276"/>
                </a:lnTo>
                <a:lnTo>
                  <a:pt x="90830" y="150634"/>
                </a:lnTo>
                <a:lnTo>
                  <a:pt x="89128" y="102069"/>
                </a:lnTo>
                <a:lnTo>
                  <a:pt x="89128" y="95529"/>
                </a:lnTo>
                <a:lnTo>
                  <a:pt x="83781" y="90195"/>
                </a:lnTo>
                <a:lnTo>
                  <a:pt x="5334" y="90195"/>
                </a:lnTo>
                <a:lnTo>
                  <a:pt x="0" y="95529"/>
                </a:lnTo>
                <a:lnTo>
                  <a:pt x="0" y="173977"/>
                </a:lnTo>
                <a:lnTo>
                  <a:pt x="5334" y="179311"/>
                </a:lnTo>
                <a:lnTo>
                  <a:pt x="11874" y="179311"/>
                </a:lnTo>
                <a:lnTo>
                  <a:pt x="60439" y="181025"/>
                </a:lnTo>
                <a:lnTo>
                  <a:pt x="86080" y="191046"/>
                </a:lnTo>
                <a:lnTo>
                  <a:pt x="96088" y="216674"/>
                </a:lnTo>
                <a:lnTo>
                  <a:pt x="97802" y="265239"/>
                </a:lnTo>
                <a:lnTo>
                  <a:pt x="97802" y="271792"/>
                </a:lnTo>
                <a:lnTo>
                  <a:pt x="103149" y="277126"/>
                </a:lnTo>
                <a:lnTo>
                  <a:pt x="109689" y="277126"/>
                </a:lnTo>
                <a:lnTo>
                  <a:pt x="139217" y="276872"/>
                </a:lnTo>
                <a:lnTo>
                  <a:pt x="166649" y="280123"/>
                </a:lnTo>
                <a:lnTo>
                  <a:pt x="166903" y="280123"/>
                </a:lnTo>
                <a:lnTo>
                  <a:pt x="187490" y="293141"/>
                </a:lnTo>
                <a:lnTo>
                  <a:pt x="195618" y="322097"/>
                </a:lnTo>
                <a:lnTo>
                  <a:pt x="195618" y="369595"/>
                </a:lnTo>
                <a:lnTo>
                  <a:pt x="197497" y="371475"/>
                </a:lnTo>
                <a:lnTo>
                  <a:pt x="282867" y="371475"/>
                </a:lnTo>
                <a:lnTo>
                  <a:pt x="284734" y="369595"/>
                </a:lnTo>
                <a:lnTo>
                  <a:pt x="284734" y="322097"/>
                </a:lnTo>
                <a:lnTo>
                  <a:pt x="292849" y="293141"/>
                </a:lnTo>
                <a:lnTo>
                  <a:pt x="304495" y="285813"/>
                </a:lnTo>
                <a:lnTo>
                  <a:pt x="313537" y="280123"/>
                </a:lnTo>
                <a:lnTo>
                  <a:pt x="341299" y="276847"/>
                </a:lnTo>
                <a:lnTo>
                  <a:pt x="370662" y="277126"/>
                </a:lnTo>
                <a:lnTo>
                  <a:pt x="377215" y="277126"/>
                </a:lnTo>
                <a:lnTo>
                  <a:pt x="377494" y="276847"/>
                </a:lnTo>
                <a:lnTo>
                  <a:pt x="382549" y="271792"/>
                </a:lnTo>
                <a:lnTo>
                  <a:pt x="382549" y="265239"/>
                </a:lnTo>
                <a:lnTo>
                  <a:pt x="384263" y="216674"/>
                </a:lnTo>
                <a:lnTo>
                  <a:pt x="394271" y="191046"/>
                </a:lnTo>
                <a:lnTo>
                  <a:pt x="419912" y="181025"/>
                </a:lnTo>
                <a:lnTo>
                  <a:pt x="468477" y="179311"/>
                </a:lnTo>
                <a:lnTo>
                  <a:pt x="475018" y="179311"/>
                </a:lnTo>
                <a:lnTo>
                  <a:pt x="476046" y="178282"/>
                </a:lnTo>
                <a:lnTo>
                  <a:pt x="476046" y="91224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0061001-181C-ACAE-3771-4A56A7E9D853}"/>
              </a:ext>
            </a:extLst>
          </p:cNvPr>
          <p:cNvSpPr/>
          <p:nvPr/>
        </p:nvSpPr>
        <p:spPr>
          <a:xfrm>
            <a:off x="17184296" y="364392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D4663EE-4EFE-64D9-AEA0-BD4CF62C27D8}"/>
              </a:ext>
            </a:extLst>
          </p:cNvPr>
          <p:cNvSpPr/>
          <p:nvPr/>
        </p:nvSpPr>
        <p:spPr>
          <a:xfrm>
            <a:off x="17184296" y="506858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E92A6F5-206E-C171-445D-82D3844E928D}"/>
              </a:ext>
            </a:extLst>
          </p:cNvPr>
          <p:cNvSpPr/>
          <p:nvPr/>
        </p:nvSpPr>
        <p:spPr>
          <a:xfrm>
            <a:off x="17184296" y="649677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7BD20A3-33B9-836E-0911-DC8F0201FF53}"/>
              </a:ext>
            </a:extLst>
          </p:cNvPr>
          <p:cNvSpPr/>
          <p:nvPr/>
        </p:nvSpPr>
        <p:spPr>
          <a:xfrm>
            <a:off x="1467677" y="6274741"/>
            <a:ext cx="1209040" cy="1209040"/>
          </a:xfrm>
          <a:custGeom>
            <a:avLst/>
            <a:gdLst/>
            <a:ahLst/>
            <a:cxnLst/>
            <a:rect l="l" t="t" r="r" b="b"/>
            <a:pathLst>
              <a:path w="1209039" h="1209040">
                <a:moveTo>
                  <a:pt x="699219" y="502489"/>
                </a:moveTo>
                <a:lnTo>
                  <a:pt x="502489" y="502489"/>
                </a:lnTo>
                <a:lnTo>
                  <a:pt x="312870" y="40293"/>
                </a:lnTo>
                <a:lnTo>
                  <a:pt x="410050" y="0"/>
                </a:lnTo>
                <a:lnTo>
                  <a:pt x="602039" y="462195"/>
                </a:lnTo>
                <a:lnTo>
                  <a:pt x="715956" y="462195"/>
                </a:lnTo>
                <a:lnTo>
                  <a:pt x="699219" y="502489"/>
                </a:lnTo>
                <a:close/>
              </a:path>
              <a:path w="1209039" h="1209040">
                <a:moveTo>
                  <a:pt x="715956" y="462195"/>
                </a:moveTo>
                <a:lnTo>
                  <a:pt x="602039" y="462195"/>
                </a:lnTo>
                <a:lnTo>
                  <a:pt x="794028" y="0"/>
                </a:lnTo>
                <a:lnTo>
                  <a:pt x="891208" y="40293"/>
                </a:lnTo>
                <a:lnTo>
                  <a:pt x="715956" y="462195"/>
                </a:lnTo>
                <a:close/>
              </a:path>
              <a:path w="1209039" h="1209040">
                <a:moveTo>
                  <a:pt x="983997" y="502489"/>
                </a:moveTo>
                <a:lnTo>
                  <a:pt x="699219" y="502489"/>
                </a:lnTo>
                <a:lnTo>
                  <a:pt x="1163784" y="310500"/>
                </a:lnTo>
                <a:lnTo>
                  <a:pt x="1208819" y="410050"/>
                </a:lnTo>
                <a:lnTo>
                  <a:pt x="983997" y="502489"/>
                </a:lnTo>
                <a:close/>
              </a:path>
              <a:path w="1209039" h="1209040">
                <a:moveTo>
                  <a:pt x="40294" y="891208"/>
                </a:moveTo>
                <a:lnTo>
                  <a:pt x="0" y="794028"/>
                </a:lnTo>
                <a:lnTo>
                  <a:pt x="462195" y="602039"/>
                </a:lnTo>
                <a:lnTo>
                  <a:pt x="0" y="410050"/>
                </a:lnTo>
                <a:lnTo>
                  <a:pt x="40294" y="312871"/>
                </a:lnTo>
                <a:lnTo>
                  <a:pt x="502489" y="502489"/>
                </a:lnTo>
                <a:lnTo>
                  <a:pt x="983997" y="502489"/>
                </a:lnTo>
                <a:lnTo>
                  <a:pt x="741883" y="602039"/>
                </a:lnTo>
                <a:lnTo>
                  <a:pt x="978233" y="699219"/>
                </a:lnTo>
                <a:lnTo>
                  <a:pt x="502489" y="699219"/>
                </a:lnTo>
                <a:lnTo>
                  <a:pt x="40294" y="891208"/>
                </a:lnTo>
                <a:close/>
              </a:path>
              <a:path w="1209039" h="1209040">
                <a:moveTo>
                  <a:pt x="410050" y="1208819"/>
                </a:moveTo>
                <a:lnTo>
                  <a:pt x="312870" y="1163784"/>
                </a:lnTo>
                <a:lnTo>
                  <a:pt x="502489" y="699219"/>
                </a:lnTo>
                <a:lnTo>
                  <a:pt x="699219" y="699219"/>
                </a:lnTo>
                <a:lnTo>
                  <a:pt x="716850" y="741882"/>
                </a:lnTo>
                <a:lnTo>
                  <a:pt x="602039" y="741882"/>
                </a:lnTo>
                <a:lnTo>
                  <a:pt x="410050" y="1208819"/>
                </a:lnTo>
                <a:close/>
              </a:path>
              <a:path w="1209039" h="1209040">
                <a:moveTo>
                  <a:pt x="1163784" y="891208"/>
                </a:moveTo>
                <a:lnTo>
                  <a:pt x="699219" y="699219"/>
                </a:lnTo>
                <a:lnTo>
                  <a:pt x="978233" y="699219"/>
                </a:lnTo>
                <a:lnTo>
                  <a:pt x="1208819" y="794028"/>
                </a:lnTo>
                <a:lnTo>
                  <a:pt x="1163784" y="891208"/>
                </a:lnTo>
                <a:close/>
              </a:path>
              <a:path w="1209039" h="1209040">
                <a:moveTo>
                  <a:pt x="794028" y="1208819"/>
                </a:moveTo>
                <a:lnTo>
                  <a:pt x="602039" y="741882"/>
                </a:lnTo>
                <a:lnTo>
                  <a:pt x="716850" y="741882"/>
                </a:lnTo>
                <a:lnTo>
                  <a:pt x="891208" y="1163784"/>
                </a:lnTo>
                <a:lnTo>
                  <a:pt x="794028" y="1208819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34125FC-517C-33B1-49CE-EAC417AB95EA}"/>
              </a:ext>
            </a:extLst>
          </p:cNvPr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54807B5-2C99-ABA8-AC30-937832B7576B}"/>
              </a:ext>
            </a:extLst>
          </p:cNvPr>
          <p:cNvSpPr txBox="1"/>
          <p:nvPr/>
        </p:nvSpPr>
        <p:spPr>
          <a:xfrm>
            <a:off x="7969912" y="359825"/>
            <a:ext cx="9378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85" dirty="0">
                <a:solidFill>
                  <a:srgbClr val="E7E7E7"/>
                </a:solidFill>
                <a:latin typeface="Tahoma"/>
                <a:cs typeface="Tahoma"/>
              </a:rPr>
              <a:t>ABOUT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AC57FE2-A257-2C13-57CB-BA1BC0890ED4}"/>
              </a:ext>
            </a:extLst>
          </p:cNvPr>
          <p:cNvSpPr txBox="1"/>
          <p:nvPr/>
        </p:nvSpPr>
        <p:spPr>
          <a:xfrm>
            <a:off x="10220914" y="359825"/>
            <a:ext cx="12319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CONTENT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FCE77BA-DEBE-837D-B14E-3F867179F412}"/>
              </a:ext>
            </a:extLst>
          </p:cNvPr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312B0FB-0E40-7CCD-CD2F-99601292EE09}"/>
              </a:ext>
            </a:extLst>
          </p:cNvPr>
          <p:cNvSpPr txBox="1"/>
          <p:nvPr/>
        </p:nvSpPr>
        <p:spPr>
          <a:xfrm>
            <a:off x="491555" y="1717181"/>
            <a:ext cx="316604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445" dirty="0">
                <a:solidFill>
                  <a:srgbClr val="E7E7E7"/>
                </a:solidFill>
                <a:latin typeface="Arial Black"/>
                <a:cs typeface="Arial Black"/>
              </a:rPr>
              <a:t>Power BI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C37337-E2A1-CA6F-22F4-A12DB8C1B7EC}"/>
              </a:ext>
            </a:extLst>
          </p:cNvPr>
          <p:cNvSpPr txBox="1"/>
          <p:nvPr/>
        </p:nvSpPr>
        <p:spPr>
          <a:xfrm>
            <a:off x="3205471" y="3128361"/>
            <a:ext cx="89098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Building Measures (DAX):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 Smart Math: Created formulas to calculate data automatically.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Key Results: Calculated Total Cars, Average Range, and Top Cities.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Deep Insights: Found the Best Models and Market Leaders.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Fast &amp; Live: All numbers update instantly when you click any filter.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A4E8A4-F14D-7EF9-C348-D6A84DA16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0" y="1641276"/>
            <a:ext cx="4232846" cy="818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449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4741"/>
            <a:ext cx="18288000" cy="27305"/>
          </a:xfrm>
          <a:custGeom>
            <a:avLst/>
            <a:gdLst/>
            <a:ahLst/>
            <a:cxnLst/>
            <a:rect l="l" t="t" r="r" b="b"/>
            <a:pathLst>
              <a:path w="18288000" h="27305">
                <a:moveTo>
                  <a:pt x="0" y="26702"/>
                </a:moveTo>
                <a:lnTo>
                  <a:pt x="0" y="17177"/>
                </a:lnTo>
                <a:lnTo>
                  <a:pt x="18287999" y="0"/>
                </a:lnTo>
                <a:lnTo>
                  <a:pt x="18287999" y="9525"/>
                </a:lnTo>
                <a:lnTo>
                  <a:pt x="0" y="26702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4083" y="364400"/>
            <a:ext cx="476250" cy="371475"/>
          </a:xfrm>
          <a:custGeom>
            <a:avLst/>
            <a:gdLst/>
            <a:ahLst/>
            <a:cxnLst/>
            <a:rect l="l" t="t" r="r" b="b"/>
            <a:pathLst>
              <a:path w="476250" h="371475">
                <a:moveTo>
                  <a:pt x="382727" y="5334"/>
                </a:moveTo>
                <a:lnTo>
                  <a:pt x="377393" y="0"/>
                </a:lnTo>
                <a:lnTo>
                  <a:pt x="298259" y="0"/>
                </a:lnTo>
                <a:lnTo>
                  <a:pt x="292912" y="5334"/>
                </a:lnTo>
                <a:lnTo>
                  <a:pt x="292912" y="55638"/>
                </a:lnTo>
                <a:lnTo>
                  <a:pt x="289598" y="72390"/>
                </a:lnTo>
                <a:lnTo>
                  <a:pt x="282105" y="86067"/>
                </a:lnTo>
                <a:lnTo>
                  <a:pt x="268897" y="95300"/>
                </a:lnTo>
                <a:lnTo>
                  <a:pt x="248386" y="98691"/>
                </a:lnTo>
                <a:lnTo>
                  <a:pt x="231825" y="98691"/>
                </a:lnTo>
                <a:lnTo>
                  <a:pt x="211632" y="95427"/>
                </a:lnTo>
                <a:lnTo>
                  <a:pt x="198501" y="86525"/>
                </a:lnTo>
                <a:lnTo>
                  <a:pt x="190919" y="73279"/>
                </a:lnTo>
                <a:lnTo>
                  <a:pt x="187439" y="57010"/>
                </a:lnTo>
                <a:lnTo>
                  <a:pt x="187439" y="5334"/>
                </a:lnTo>
                <a:lnTo>
                  <a:pt x="182092" y="0"/>
                </a:lnTo>
                <a:lnTo>
                  <a:pt x="109499" y="0"/>
                </a:lnTo>
                <a:lnTo>
                  <a:pt x="102958" y="0"/>
                </a:lnTo>
                <a:lnTo>
                  <a:pt x="97624" y="5334"/>
                </a:lnTo>
                <a:lnTo>
                  <a:pt x="97624" y="84467"/>
                </a:lnTo>
                <a:lnTo>
                  <a:pt x="102958" y="89814"/>
                </a:lnTo>
                <a:lnTo>
                  <a:pt x="115658" y="89814"/>
                </a:lnTo>
                <a:lnTo>
                  <a:pt x="115519" y="89954"/>
                </a:lnTo>
                <a:lnTo>
                  <a:pt x="124333" y="89814"/>
                </a:lnTo>
                <a:lnTo>
                  <a:pt x="142163" y="89814"/>
                </a:lnTo>
                <a:lnTo>
                  <a:pt x="162445" y="91948"/>
                </a:lnTo>
                <a:lnTo>
                  <a:pt x="179476" y="98628"/>
                </a:lnTo>
                <a:lnTo>
                  <a:pt x="191185" y="112191"/>
                </a:lnTo>
                <a:lnTo>
                  <a:pt x="195541" y="134975"/>
                </a:lnTo>
                <a:lnTo>
                  <a:pt x="195541" y="182473"/>
                </a:lnTo>
                <a:lnTo>
                  <a:pt x="200875" y="187820"/>
                </a:lnTo>
                <a:lnTo>
                  <a:pt x="279323" y="187820"/>
                </a:lnTo>
                <a:lnTo>
                  <a:pt x="284670" y="182473"/>
                </a:lnTo>
                <a:lnTo>
                  <a:pt x="284670" y="134975"/>
                </a:lnTo>
                <a:lnTo>
                  <a:pt x="289001" y="112268"/>
                </a:lnTo>
                <a:lnTo>
                  <a:pt x="300634" y="98704"/>
                </a:lnTo>
                <a:lnTo>
                  <a:pt x="317538" y="91986"/>
                </a:lnTo>
                <a:lnTo>
                  <a:pt x="337654" y="89814"/>
                </a:lnTo>
                <a:lnTo>
                  <a:pt x="356171" y="89814"/>
                </a:lnTo>
                <a:lnTo>
                  <a:pt x="361073" y="89903"/>
                </a:lnTo>
                <a:lnTo>
                  <a:pt x="365912" y="90004"/>
                </a:lnTo>
                <a:lnTo>
                  <a:pt x="373354" y="90004"/>
                </a:lnTo>
                <a:lnTo>
                  <a:pt x="375907" y="89052"/>
                </a:lnTo>
                <a:lnTo>
                  <a:pt x="377939" y="87464"/>
                </a:lnTo>
                <a:lnTo>
                  <a:pt x="380834" y="85280"/>
                </a:lnTo>
                <a:lnTo>
                  <a:pt x="382727" y="81813"/>
                </a:lnTo>
                <a:lnTo>
                  <a:pt x="382727" y="5334"/>
                </a:lnTo>
                <a:close/>
              </a:path>
              <a:path w="476250" h="371475">
                <a:moveTo>
                  <a:pt x="476046" y="91224"/>
                </a:moveTo>
                <a:lnTo>
                  <a:pt x="475018" y="90195"/>
                </a:lnTo>
                <a:lnTo>
                  <a:pt x="396570" y="90195"/>
                </a:lnTo>
                <a:lnTo>
                  <a:pt x="391236" y="95529"/>
                </a:lnTo>
                <a:lnTo>
                  <a:pt x="391236" y="102069"/>
                </a:lnTo>
                <a:lnTo>
                  <a:pt x="389521" y="150634"/>
                </a:lnTo>
                <a:lnTo>
                  <a:pt x="379501" y="176276"/>
                </a:lnTo>
                <a:lnTo>
                  <a:pt x="353872" y="186283"/>
                </a:lnTo>
                <a:lnTo>
                  <a:pt x="305308" y="187998"/>
                </a:lnTo>
                <a:lnTo>
                  <a:pt x="298754" y="187998"/>
                </a:lnTo>
                <a:lnTo>
                  <a:pt x="293420" y="193332"/>
                </a:lnTo>
                <a:lnTo>
                  <a:pt x="293420" y="199885"/>
                </a:lnTo>
                <a:lnTo>
                  <a:pt x="293700" y="229247"/>
                </a:lnTo>
                <a:lnTo>
                  <a:pt x="290436" y="257009"/>
                </a:lnTo>
                <a:lnTo>
                  <a:pt x="277406" y="277698"/>
                </a:lnTo>
                <a:lnTo>
                  <a:pt x="248450" y="285813"/>
                </a:lnTo>
                <a:lnTo>
                  <a:pt x="231902" y="285813"/>
                </a:lnTo>
                <a:lnTo>
                  <a:pt x="202946" y="277698"/>
                </a:lnTo>
                <a:lnTo>
                  <a:pt x="202412" y="276847"/>
                </a:lnTo>
                <a:lnTo>
                  <a:pt x="189928" y="257009"/>
                </a:lnTo>
                <a:lnTo>
                  <a:pt x="186651" y="229247"/>
                </a:lnTo>
                <a:lnTo>
                  <a:pt x="186766" y="216674"/>
                </a:lnTo>
                <a:lnTo>
                  <a:pt x="186931" y="199885"/>
                </a:lnTo>
                <a:lnTo>
                  <a:pt x="186931" y="193332"/>
                </a:lnTo>
                <a:lnTo>
                  <a:pt x="181597" y="187998"/>
                </a:lnTo>
                <a:lnTo>
                  <a:pt x="175044" y="187998"/>
                </a:lnTo>
                <a:lnTo>
                  <a:pt x="126479" y="186283"/>
                </a:lnTo>
                <a:lnTo>
                  <a:pt x="100850" y="176276"/>
                </a:lnTo>
                <a:lnTo>
                  <a:pt x="90830" y="150634"/>
                </a:lnTo>
                <a:lnTo>
                  <a:pt x="89128" y="102069"/>
                </a:lnTo>
                <a:lnTo>
                  <a:pt x="89128" y="95529"/>
                </a:lnTo>
                <a:lnTo>
                  <a:pt x="83781" y="90195"/>
                </a:lnTo>
                <a:lnTo>
                  <a:pt x="5334" y="90195"/>
                </a:lnTo>
                <a:lnTo>
                  <a:pt x="0" y="95529"/>
                </a:lnTo>
                <a:lnTo>
                  <a:pt x="0" y="173977"/>
                </a:lnTo>
                <a:lnTo>
                  <a:pt x="5334" y="179311"/>
                </a:lnTo>
                <a:lnTo>
                  <a:pt x="11874" y="179311"/>
                </a:lnTo>
                <a:lnTo>
                  <a:pt x="60439" y="181025"/>
                </a:lnTo>
                <a:lnTo>
                  <a:pt x="86080" y="191046"/>
                </a:lnTo>
                <a:lnTo>
                  <a:pt x="96088" y="216674"/>
                </a:lnTo>
                <a:lnTo>
                  <a:pt x="97802" y="265239"/>
                </a:lnTo>
                <a:lnTo>
                  <a:pt x="97802" y="271792"/>
                </a:lnTo>
                <a:lnTo>
                  <a:pt x="103149" y="277126"/>
                </a:lnTo>
                <a:lnTo>
                  <a:pt x="109689" y="277126"/>
                </a:lnTo>
                <a:lnTo>
                  <a:pt x="139217" y="276872"/>
                </a:lnTo>
                <a:lnTo>
                  <a:pt x="166649" y="280123"/>
                </a:lnTo>
                <a:lnTo>
                  <a:pt x="166903" y="280123"/>
                </a:lnTo>
                <a:lnTo>
                  <a:pt x="187490" y="293141"/>
                </a:lnTo>
                <a:lnTo>
                  <a:pt x="195618" y="322097"/>
                </a:lnTo>
                <a:lnTo>
                  <a:pt x="195618" y="369595"/>
                </a:lnTo>
                <a:lnTo>
                  <a:pt x="197497" y="371475"/>
                </a:lnTo>
                <a:lnTo>
                  <a:pt x="282867" y="371475"/>
                </a:lnTo>
                <a:lnTo>
                  <a:pt x="284734" y="369595"/>
                </a:lnTo>
                <a:lnTo>
                  <a:pt x="284734" y="322097"/>
                </a:lnTo>
                <a:lnTo>
                  <a:pt x="292849" y="293141"/>
                </a:lnTo>
                <a:lnTo>
                  <a:pt x="304495" y="285813"/>
                </a:lnTo>
                <a:lnTo>
                  <a:pt x="313537" y="280123"/>
                </a:lnTo>
                <a:lnTo>
                  <a:pt x="341299" y="276847"/>
                </a:lnTo>
                <a:lnTo>
                  <a:pt x="370662" y="277126"/>
                </a:lnTo>
                <a:lnTo>
                  <a:pt x="377215" y="277126"/>
                </a:lnTo>
                <a:lnTo>
                  <a:pt x="377494" y="276847"/>
                </a:lnTo>
                <a:lnTo>
                  <a:pt x="382549" y="271792"/>
                </a:lnTo>
                <a:lnTo>
                  <a:pt x="382549" y="265239"/>
                </a:lnTo>
                <a:lnTo>
                  <a:pt x="384263" y="216674"/>
                </a:lnTo>
                <a:lnTo>
                  <a:pt x="394271" y="191046"/>
                </a:lnTo>
                <a:lnTo>
                  <a:pt x="419912" y="181025"/>
                </a:lnTo>
                <a:lnTo>
                  <a:pt x="468477" y="179311"/>
                </a:lnTo>
                <a:lnTo>
                  <a:pt x="475018" y="179311"/>
                </a:lnTo>
                <a:lnTo>
                  <a:pt x="476046" y="178282"/>
                </a:lnTo>
                <a:lnTo>
                  <a:pt x="476046" y="91224"/>
                </a:lnTo>
                <a:close/>
              </a:path>
            </a:pathLst>
          </a:custGeom>
          <a:solidFill>
            <a:srgbClr val="FF61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184296" y="364392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84296" y="506858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84296" y="649677"/>
            <a:ext cx="464820" cy="71120"/>
          </a:xfrm>
          <a:custGeom>
            <a:avLst/>
            <a:gdLst/>
            <a:ahLst/>
            <a:cxnLst/>
            <a:rect l="l" t="t" r="r" b="b"/>
            <a:pathLst>
              <a:path w="464819" h="71120">
                <a:moveTo>
                  <a:pt x="464452" y="70878"/>
                </a:moveTo>
                <a:lnTo>
                  <a:pt x="0" y="70878"/>
                </a:lnTo>
                <a:lnTo>
                  <a:pt x="0" y="0"/>
                </a:lnTo>
                <a:lnTo>
                  <a:pt x="464452" y="0"/>
                </a:lnTo>
                <a:lnTo>
                  <a:pt x="464452" y="70878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711395" y="1498809"/>
            <a:ext cx="10865210" cy="8020050"/>
            <a:chOff x="3711018" y="1494343"/>
            <a:chExt cx="10865210" cy="8020050"/>
          </a:xfrm>
          <a:noFill/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11018" y="1494343"/>
              <a:ext cx="10865210" cy="8020050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9" name="object 9"/>
            <p:cNvSpPr/>
            <p:nvPr/>
          </p:nvSpPr>
          <p:spPr>
            <a:xfrm>
              <a:off x="8841310" y="5670331"/>
              <a:ext cx="1209040" cy="1209040"/>
            </a:xfrm>
            <a:custGeom>
              <a:avLst/>
              <a:gdLst/>
              <a:ahLst/>
              <a:cxnLst/>
              <a:rect l="l" t="t" r="r" b="b"/>
              <a:pathLst>
                <a:path w="1209040" h="1209040">
                  <a:moveTo>
                    <a:pt x="699219" y="502489"/>
                  </a:moveTo>
                  <a:lnTo>
                    <a:pt x="502490" y="502489"/>
                  </a:lnTo>
                  <a:lnTo>
                    <a:pt x="312871" y="40294"/>
                  </a:lnTo>
                  <a:lnTo>
                    <a:pt x="410050" y="0"/>
                  </a:lnTo>
                  <a:lnTo>
                    <a:pt x="602039" y="462195"/>
                  </a:lnTo>
                  <a:lnTo>
                    <a:pt x="715956" y="462195"/>
                  </a:lnTo>
                  <a:lnTo>
                    <a:pt x="699219" y="502489"/>
                  </a:lnTo>
                  <a:close/>
                </a:path>
                <a:path w="1209040" h="1209040">
                  <a:moveTo>
                    <a:pt x="715956" y="462195"/>
                  </a:moveTo>
                  <a:lnTo>
                    <a:pt x="602039" y="462195"/>
                  </a:lnTo>
                  <a:lnTo>
                    <a:pt x="794028" y="0"/>
                  </a:lnTo>
                  <a:lnTo>
                    <a:pt x="891208" y="40294"/>
                  </a:lnTo>
                  <a:lnTo>
                    <a:pt x="715956" y="462195"/>
                  </a:lnTo>
                  <a:close/>
                </a:path>
                <a:path w="1209040" h="1209040">
                  <a:moveTo>
                    <a:pt x="983998" y="502489"/>
                  </a:moveTo>
                  <a:lnTo>
                    <a:pt x="699219" y="502489"/>
                  </a:lnTo>
                  <a:lnTo>
                    <a:pt x="1163784" y="310500"/>
                  </a:lnTo>
                  <a:lnTo>
                    <a:pt x="1208819" y="410050"/>
                  </a:lnTo>
                  <a:lnTo>
                    <a:pt x="983998" y="502489"/>
                  </a:lnTo>
                  <a:close/>
                </a:path>
                <a:path w="1209040" h="1209040">
                  <a:moveTo>
                    <a:pt x="40294" y="891208"/>
                  </a:moveTo>
                  <a:lnTo>
                    <a:pt x="0" y="794028"/>
                  </a:lnTo>
                  <a:lnTo>
                    <a:pt x="462195" y="602039"/>
                  </a:lnTo>
                  <a:lnTo>
                    <a:pt x="0" y="410050"/>
                  </a:lnTo>
                  <a:lnTo>
                    <a:pt x="40294" y="312871"/>
                  </a:lnTo>
                  <a:lnTo>
                    <a:pt x="502490" y="502489"/>
                  </a:lnTo>
                  <a:lnTo>
                    <a:pt x="983998" y="502489"/>
                  </a:lnTo>
                  <a:lnTo>
                    <a:pt x="741882" y="602039"/>
                  </a:lnTo>
                  <a:lnTo>
                    <a:pt x="978233" y="699219"/>
                  </a:lnTo>
                  <a:lnTo>
                    <a:pt x="502490" y="699219"/>
                  </a:lnTo>
                  <a:lnTo>
                    <a:pt x="40294" y="891208"/>
                  </a:lnTo>
                  <a:close/>
                </a:path>
                <a:path w="1209040" h="1209040">
                  <a:moveTo>
                    <a:pt x="410050" y="1208819"/>
                  </a:moveTo>
                  <a:lnTo>
                    <a:pt x="312871" y="1163784"/>
                  </a:lnTo>
                  <a:lnTo>
                    <a:pt x="502490" y="699219"/>
                  </a:lnTo>
                  <a:lnTo>
                    <a:pt x="699219" y="699219"/>
                  </a:lnTo>
                  <a:lnTo>
                    <a:pt x="716850" y="741882"/>
                  </a:lnTo>
                  <a:lnTo>
                    <a:pt x="602039" y="741882"/>
                  </a:lnTo>
                  <a:lnTo>
                    <a:pt x="410050" y="1208819"/>
                  </a:lnTo>
                  <a:close/>
                </a:path>
                <a:path w="1209040" h="1209040">
                  <a:moveTo>
                    <a:pt x="1163784" y="891208"/>
                  </a:moveTo>
                  <a:lnTo>
                    <a:pt x="699219" y="699219"/>
                  </a:lnTo>
                  <a:lnTo>
                    <a:pt x="978233" y="699219"/>
                  </a:lnTo>
                  <a:lnTo>
                    <a:pt x="1208819" y="794028"/>
                  </a:lnTo>
                  <a:lnTo>
                    <a:pt x="1163784" y="891208"/>
                  </a:lnTo>
                  <a:close/>
                </a:path>
                <a:path w="1209040" h="1209040">
                  <a:moveTo>
                    <a:pt x="794028" y="1208819"/>
                  </a:moveTo>
                  <a:lnTo>
                    <a:pt x="602039" y="741882"/>
                  </a:lnTo>
                  <a:lnTo>
                    <a:pt x="716850" y="741882"/>
                  </a:lnTo>
                  <a:lnTo>
                    <a:pt x="891208" y="1163784"/>
                  </a:lnTo>
                  <a:lnTo>
                    <a:pt x="794028" y="12088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7778" y="2592155"/>
              <a:ext cx="10267949" cy="5648324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1" name="object 11"/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82563" y="359825"/>
            <a:ext cx="9124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40" dirty="0">
                <a:solidFill>
                  <a:srgbClr val="E7E7E7"/>
                </a:solidFill>
                <a:latin typeface="Verdana"/>
                <a:cs typeface="Verdana"/>
              </a:rPr>
              <a:t>ABOUT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09007" y="359825"/>
            <a:ext cx="12560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55" dirty="0">
                <a:solidFill>
                  <a:srgbClr val="E7E7E7"/>
                </a:solidFill>
                <a:latin typeface="Tahoma"/>
                <a:cs typeface="Tahoma"/>
              </a:rPr>
              <a:t>CONTENT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21695" y="359825"/>
            <a:ext cx="10471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OTHERS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C675166E-4AFF-802C-5578-445564AB5399}"/>
              </a:ext>
            </a:extLst>
          </p:cNvPr>
          <p:cNvSpPr txBox="1"/>
          <p:nvPr/>
        </p:nvSpPr>
        <p:spPr>
          <a:xfrm>
            <a:off x="545349" y="1851545"/>
            <a:ext cx="402665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445" dirty="0">
                <a:solidFill>
                  <a:srgbClr val="E7E7E7"/>
                </a:solidFill>
                <a:latin typeface="Arial Black"/>
                <a:cs typeface="Arial Black"/>
              </a:rPr>
              <a:t>Home page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0102" y="1972120"/>
            <a:ext cx="11068049" cy="6343649"/>
          </a:xfrm>
          <a:prstGeom prst="rect">
            <a:avLst/>
          </a:prstGeom>
        </p:spPr>
      </p:pic>
      <p:sp>
        <p:nvSpPr>
          <p:cNvPr id="3" name="object 16">
            <a:extLst>
              <a:ext uri="{FF2B5EF4-FFF2-40B4-BE49-F238E27FC236}">
                <a16:creationId xmlns:a16="http://schemas.microsoft.com/office/drawing/2014/main" id="{E72137C2-8279-D038-8189-76AF3091F975}"/>
              </a:ext>
            </a:extLst>
          </p:cNvPr>
          <p:cNvSpPr txBox="1"/>
          <p:nvPr/>
        </p:nvSpPr>
        <p:spPr>
          <a:xfrm>
            <a:off x="466840" y="1254299"/>
            <a:ext cx="316604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445" dirty="0">
                <a:solidFill>
                  <a:srgbClr val="E7E7E7"/>
                </a:solidFill>
                <a:latin typeface="Arial Black"/>
                <a:cs typeface="Arial Black"/>
              </a:rPr>
              <a:t>EV page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9343" y="1984663"/>
            <a:ext cx="11153774" cy="6315074"/>
          </a:xfrm>
          <a:prstGeom prst="rect">
            <a:avLst/>
          </a:prstGeom>
        </p:spPr>
      </p:pic>
      <p:sp>
        <p:nvSpPr>
          <p:cNvPr id="3" name="object 16">
            <a:extLst>
              <a:ext uri="{FF2B5EF4-FFF2-40B4-BE49-F238E27FC236}">
                <a16:creationId xmlns:a16="http://schemas.microsoft.com/office/drawing/2014/main" id="{95ACB027-B522-181C-6A23-B9FDB7D32191}"/>
              </a:ext>
            </a:extLst>
          </p:cNvPr>
          <p:cNvSpPr txBox="1"/>
          <p:nvPr/>
        </p:nvSpPr>
        <p:spPr>
          <a:xfrm>
            <a:off x="427190" y="1233175"/>
            <a:ext cx="316604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445" dirty="0">
                <a:solidFill>
                  <a:srgbClr val="E7E7E7"/>
                </a:solidFill>
                <a:latin typeface="Arial Black"/>
                <a:cs typeface="Arial Black"/>
              </a:rPr>
              <a:t>Tesla page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3775" y="2247900"/>
            <a:ext cx="11220449" cy="6324599"/>
          </a:xfrm>
          <a:prstGeom prst="rect">
            <a:avLst/>
          </a:prstGeom>
        </p:spPr>
      </p:pic>
      <p:sp>
        <p:nvSpPr>
          <p:cNvPr id="3" name="object 16">
            <a:extLst>
              <a:ext uri="{FF2B5EF4-FFF2-40B4-BE49-F238E27FC236}">
                <a16:creationId xmlns:a16="http://schemas.microsoft.com/office/drawing/2014/main" id="{DB44B9E2-045C-1186-C826-8B5A1FC833C5}"/>
              </a:ext>
            </a:extLst>
          </p:cNvPr>
          <p:cNvSpPr txBox="1"/>
          <p:nvPr/>
        </p:nvSpPr>
        <p:spPr>
          <a:xfrm>
            <a:off x="381000" y="965671"/>
            <a:ext cx="523933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-445" dirty="0">
                <a:solidFill>
                  <a:srgbClr val="E7E7E7"/>
                </a:solidFill>
                <a:latin typeface="Arial Black"/>
                <a:cs typeface="Arial Black"/>
              </a:rPr>
              <a:t>Distribution page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3551" y="0"/>
              <a:ext cx="11204447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73839" y="0"/>
              <a:ext cx="6614159" cy="58948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024741"/>
              <a:ext cx="18288000" cy="27305"/>
            </a:xfrm>
            <a:custGeom>
              <a:avLst/>
              <a:gdLst/>
              <a:ahLst/>
              <a:cxnLst/>
              <a:rect l="l" t="t" r="r" b="b"/>
              <a:pathLst>
                <a:path w="18288000" h="27305">
                  <a:moveTo>
                    <a:pt x="0" y="26702"/>
                  </a:moveTo>
                  <a:lnTo>
                    <a:pt x="0" y="17177"/>
                  </a:lnTo>
                  <a:lnTo>
                    <a:pt x="18287999" y="0"/>
                  </a:lnTo>
                  <a:lnTo>
                    <a:pt x="18287999" y="9525"/>
                  </a:lnTo>
                  <a:lnTo>
                    <a:pt x="0" y="26702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083" y="364400"/>
              <a:ext cx="476250" cy="371475"/>
            </a:xfrm>
            <a:custGeom>
              <a:avLst/>
              <a:gdLst/>
              <a:ahLst/>
              <a:cxnLst/>
              <a:rect l="l" t="t" r="r" b="b"/>
              <a:pathLst>
                <a:path w="476250" h="371475">
                  <a:moveTo>
                    <a:pt x="382727" y="5334"/>
                  </a:moveTo>
                  <a:lnTo>
                    <a:pt x="377393" y="0"/>
                  </a:lnTo>
                  <a:lnTo>
                    <a:pt x="298259" y="0"/>
                  </a:lnTo>
                  <a:lnTo>
                    <a:pt x="292912" y="5334"/>
                  </a:lnTo>
                  <a:lnTo>
                    <a:pt x="292912" y="55638"/>
                  </a:lnTo>
                  <a:lnTo>
                    <a:pt x="289598" y="72390"/>
                  </a:lnTo>
                  <a:lnTo>
                    <a:pt x="282105" y="86067"/>
                  </a:lnTo>
                  <a:lnTo>
                    <a:pt x="268897" y="95300"/>
                  </a:lnTo>
                  <a:lnTo>
                    <a:pt x="248386" y="98691"/>
                  </a:lnTo>
                  <a:lnTo>
                    <a:pt x="231825" y="98691"/>
                  </a:lnTo>
                  <a:lnTo>
                    <a:pt x="211632" y="95427"/>
                  </a:lnTo>
                  <a:lnTo>
                    <a:pt x="198501" y="86525"/>
                  </a:lnTo>
                  <a:lnTo>
                    <a:pt x="190919" y="73279"/>
                  </a:lnTo>
                  <a:lnTo>
                    <a:pt x="187439" y="57010"/>
                  </a:lnTo>
                  <a:lnTo>
                    <a:pt x="187439" y="5334"/>
                  </a:lnTo>
                  <a:lnTo>
                    <a:pt x="182092" y="0"/>
                  </a:lnTo>
                  <a:lnTo>
                    <a:pt x="109499" y="0"/>
                  </a:lnTo>
                  <a:lnTo>
                    <a:pt x="102958" y="0"/>
                  </a:lnTo>
                  <a:lnTo>
                    <a:pt x="97624" y="5334"/>
                  </a:lnTo>
                  <a:lnTo>
                    <a:pt x="97624" y="84467"/>
                  </a:lnTo>
                  <a:lnTo>
                    <a:pt x="102958" y="89814"/>
                  </a:lnTo>
                  <a:lnTo>
                    <a:pt x="115658" y="89814"/>
                  </a:lnTo>
                  <a:lnTo>
                    <a:pt x="115519" y="89954"/>
                  </a:lnTo>
                  <a:lnTo>
                    <a:pt x="124333" y="89814"/>
                  </a:lnTo>
                  <a:lnTo>
                    <a:pt x="142163" y="89814"/>
                  </a:lnTo>
                  <a:lnTo>
                    <a:pt x="162445" y="91948"/>
                  </a:lnTo>
                  <a:lnTo>
                    <a:pt x="179476" y="98628"/>
                  </a:lnTo>
                  <a:lnTo>
                    <a:pt x="191185" y="112191"/>
                  </a:lnTo>
                  <a:lnTo>
                    <a:pt x="195541" y="134975"/>
                  </a:lnTo>
                  <a:lnTo>
                    <a:pt x="195541" y="182473"/>
                  </a:lnTo>
                  <a:lnTo>
                    <a:pt x="200875" y="187820"/>
                  </a:lnTo>
                  <a:lnTo>
                    <a:pt x="279323" y="187820"/>
                  </a:lnTo>
                  <a:lnTo>
                    <a:pt x="284670" y="182473"/>
                  </a:lnTo>
                  <a:lnTo>
                    <a:pt x="284670" y="134975"/>
                  </a:lnTo>
                  <a:lnTo>
                    <a:pt x="289001" y="112268"/>
                  </a:lnTo>
                  <a:lnTo>
                    <a:pt x="300634" y="98704"/>
                  </a:lnTo>
                  <a:lnTo>
                    <a:pt x="317538" y="91986"/>
                  </a:lnTo>
                  <a:lnTo>
                    <a:pt x="337654" y="89814"/>
                  </a:lnTo>
                  <a:lnTo>
                    <a:pt x="356171" y="89814"/>
                  </a:lnTo>
                  <a:lnTo>
                    <a:pt x="361073" y="89903"/>
                  </a:lnTo>
                  <a:lnTo>
                    <a:pt x="365912" y="90004"/>
                  </a:lnTo>
                  <a:lnTo>
                    <a:pt x="373354" y="90004"/>
                  </a:lnTo>
                  <a:lnTo>
                    <a:pt x="375907" y="89052"/>
                  </a:lnTo>
                  <a:lnTo>
                    <a:pt x="377939" y="87464"/>
                  </a:lnTo>
                  <a:lnTo>
                    <a:pt x="380834" y="85280"/>
                  </a:lnTo>
                  <a:lnTo>
                    <a:pt x="382727" y="81813"/>
                  </a:lnTo>
                  <a:lnTo>
                    <a:pt x="382727" y="5334"/>
                  </a:lnTo>
                  <a:close/>
                </a:path>
                <a:path w="476250" h="371475">
                  <a:moveTo>
                    <a:pt x="476046" y="91224"/>
                  </a:moveTo>
                  <a:lnTo>
                    <a:pt x="475018" y="90195"/>
                  </a:lnTo>
                  <a:lnTo>
                    <a:pt x="396570" y="90195"/>
                  </a:lnTo>
                  <a:lnTo>
                    <a:pt x="391236" y="95529"/>
                  </a:lnTo>
                  <a:lnTo>
                    <a:pt x="391236" y="102069"/>
                  </a:lnTo>
                  <a:lnTo>
                    <a:pt x="389521" y="150634"/>
                  </a:lnTo>
                  <a:lnTo>
                    <a:pt x="379501" y="176276"/>
                  </a:lnTo>
                  <a:lnTo>
                    <a:pt x="353872" y="186283"/>
                  </a:lnTo>
                  <a:lnTo>
                    <a:pt x="305308" y="187998"/>
                  </a:lnTo>
                  <a:lnTo>
                    <a:pt x="298754" y="187998"/>
                  </a:lnTo>
                  <a:lnTo>
                    <a:pt x="293420" y="193332"/>
                  </a:lnTo>
                  <a:lnTo>
                    <a:pt x="293420" y="199885"/>
                  </a:lnTo>
                  <a:lnTo>
                    <a:pt x="293700" y="229247"/>
                  </a:lnTo>
                  <a:lnTo>
                    <a:pt x="290436" y="257009"/>
                  </a:lnTo>
                  <a:lnTo>
                    <a:pt x="277406" y="277698"/>
                  </a:lnTo>
                  <a:lnTo>
                    <a:pt x="248450" y="285813"/>
                  </a:lnTo>
                  <a:lnTo>
                    <a:pt x="231902" y="285813"/>
                  </a:lnTo>
                  <a:lnTo>
                    <a:pt x="202946" y="277698"/>
                  </a:lnTo>
                  <a:lnTo>
                    <a:pt x="202412" y="276847"/>
                  </a:lnTo>
                  <a:lnTo>
                    <a:pt x="189928" y="257009"/>
                  </a:lnTo>
                  <a:lnTo>
                    <a:pt x="186651" y="229247"/>
                  </a:lnTo>
                  <a:lnTo>
                    <a:pt x="186766" y="216674"/>
                  </a:lnTo>
                  <a:lnTo>
                    <a:pt x="186931" y="199885"/>
                  </a:lnTo>
                  <a:lnTo>
                    <a:pt x="186931" y="193332"/>
                  </a:lnTo>
                  <a:lnTo>
                    <a:pt x="181597" y="187998"/>
                  </a:lnTo>
                  <a:lnTo>
                    <a:pt x="175044" y="187998"/>
                  </a:lnTo>
                  <a:lnTo>
                    <a:pt x="126479" y="186283"/>
                  </a:lnTo>
                  <a:lnTo>
                    <a:pt x="100850" y="176276"/>
                  </a:lnTo>
                  <a:lnTo>
                    <a:pt x="90830" y="150634"/>
                  </a:lnTo>
                  <a:lnTo>
                    <a:pt x="89128" y="102069"/>
                  </a:lnTo>
                  <a:lnTo>
                    <a:pt x="89128" y="95529"/>
                  </a:lnTo>
                  <a:lnTo>
                    <a:pt x="83781" y="90195"/>
                  </a:lnTo>
                  <a:lnTo>
                    <a:pt x="5334" y="90195"/>
                  </a:lnTo>
                  <a:lnTo>
                    <a:pt x="0" y="95529"/>
                  </a:lnTo>
                  <a:lnTo>
                    <a:pt x="0" y="173977"/>
                  </a:lnTo>
                  <a:lnTo>
                    <a:pt x="5334" y="179311"/>
                  </a:lnTo>
                  <a:lnTo>
                    <a:pt x="11874" y="179311"/>
                  </a:lnTo>
                  <a:lnTo>
                    <a:pt x="60439" y="181025"/>
                  </a:lnTo>
                  <a:lnTo>
                    <a:pt x="86080" y="191046"/>
                  </a:lnTo>
                  <a:lnTo>
                    <a:pt x="96088" y="216674"/>
                  </a:lnTo>
                  <a:lnTo>
                    <a:pt x="97802" y="265239"/>
                  </a:lnTo>
                  <a:lnTo>
                    <a:pt x="97802" y="271792"/>
                  </a:lnTo>
                  <a:lnTo>
                    <a:pt x="103149" y="277126"/>
                  </a:lnTo>
                  <a:lnTo>
                    <a:pt x="109689" y="277126"/>
                  </a:lnTo>
                  <a:lnTo>
                    <a:pt x="139217" y="276872"/>
                  </a:lnTo>
                  <a:lnTo>
                    <a:pt x="166649" y="280123"/>
                  </a:lnTo>
                  <a:lnTo>
                    <a:pt x="166903" y="280123"/>
                  </a:lnTo>
                  <a:lnTo>
                    <a:pt x="187490" y="293141"/>
                  </a:lnTo>
                  <a:lnTo>
                    <a:pt x="195618" y="322097"/>
                  </a:lnTo>
                  <a:lnTo>
                    <a:pt x="195618" y="369595"/>
                  </a:lnTo>
                  <a:lnTo>
                    <a:pt x="197497" y="371475"/>
                  </a:lnTo>
                  <a:lnTo>
                    <a:pt x="282867" y="371475"/>
                  </a:lnTo>
                  <a:lnTo>
                    <a:pt x="284734" y="369595"/>
                  </a:lnTo>
                  <a:lnTo>
                    <a:pt x="284734" y="322097"/>
                  </a:lnTo>
                  <a:lnTo>
                    <a:pt x="292849" y="293141"/>
                  </a:lnTo>
                  <a:lnTo>
                    <a:pt x="304495" y="285813"/>
                  </a:lnTo>
                  <a:lnTo>
                    <a:pt x="313537" y="280123"/>
                  </a:lnTo>
                  <a:lnTo>
                    <a:pt x="341299" y="276847"/>
                  </a:lnTo>
                  <a:lnTo>
                    <a:pt x="370662" y="277126"/>
                  </a:lnTo>
                  <a:lnTo>
                    <a:pt x="377215" y="277126"/>
                  </a:lnTo>
                  <a:lnTo>
                    <a:pt x="377494" y="276847"/>
                  </a:lnTo>
                  <a:lnTo>
                    <a:pt x="382549" y="271792"/>
                  </a:lnTo>
                  <a:lnTo>
                    <a:pt x="382549" y="265239"/>
                  </a:lnTo>
                  <a:lnTo>
                    <a:pt x="384263" y="216674"/>
                  </a:lnTo>
                  <a:lnTo>
                    <a:pt x="394271" y="191046"/>
                  </a:lnTo>
                  <a:lnTo>
                    <a:pt x="419912" y="181025"/>
                  </a:lnTo>
                  <a:lnTo>
                    <a:pt x="468477" y="179311"/>
                  </a:lnTo>
                  <a:lnTo>
                    <a:pt x="475018" y="179311"/>
                  </a:lnTo>
                  <a:lnTo>
                    <a:pt x="476046" y="178282"/>
                  </a:lnTo>
                  <a:lnTo>
                    <a:pt x="476046" y="91224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84295" y="364400"/>
              <a:ext cx="464820" cy="356235"/>
            </a:xfrm>
            <a:custGeom>
              <a:avLst/>
              <a:gdLst/>
              <a:ahLst/>
              <a:cxnLst/>
              <a:rect l="l" t="t" r="r" b="b"/>
              <a:pathLst>
                <a:path w="464819" h="356234">
                  <a:moveTo>
                    <a:pt x="464451" y="285280"/>
                  </a:moveTo>
                  <a:lnTo>
                    <a:pt x="0" y="285280"/>
                  </a:lnTo>
                  <a:lnTo>
                    <a:pt x="0" y="356158"/>
                  </a:lnTo>
                  <a:lnTo>
                    <a:pt x="464451" y="356158"/>
                  </a:lnTo>
                  <a:lnTo>
                    <a:pt x="464451" y="285280"/>
                  </a:lnTo>
                  <a:close/>
                </a:path>
                <a:path w="464819" h="356234">
                  <a:moveTo>
                    <a:pt x="464451" y="142468"/>
                  </a:moveTo>
                  <a:lnTo>
                    <a:pt x="0" y="142468"/>
                  </a:lnTo>
                  <a:lnTo>
                    <a:pt x="0" y="213347"/>
                  </a:lnTo>
                  <a:lnTo>
                    <a:pt x="464451" y="213347"/>
                  </a:lnTo>
                  <a:lnTo>
                    <a:pt x="464451" y="142468"/>
                  </a:lnTo>
                  <a:close/>
                </a:path>
                <a:path w="464819" h="356234">
                  <a:moveTo>
                    <a:pt x="464451" y="0"/>
                  </a:moveTo>
                  <a:lnTo>
                    <a:pt x="0" y="0"/>
                  </a:lnTo>
                  <a:lnTo>
                    <a:pt x="0" y="70878"/>
                  </a:lnTo>
                  <a:lnTo>
                    <a:pt x="464451" y="70878"/>
                  </a:lnTo>
                  <a:lnTo>
                    <a:pt x="464451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776503" y="359825"/>
            <a:ext cx="8159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E7E7E7"/>
                </a:solidFill>
                <a:latin typeface="Verdana"/>
                <a:cs typeface="Verdana"/>
              </a:rPr>
              <a:t>HOME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2563" y="359825"/>
            <a:ext cx="91249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40" dirty="0">
                <a:solidFill>
                  <a:srgbClr val="E7E7E7"/>
                </a:solidFill>
                <a:latin typeface="Verdana"/>
                <a:cs typeface="Verdana"/>
              </a:rPr>
              <a:t>ABOUT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20914" y="359825"/>
            <a:ext cx="123190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E7E7E7"/>
                </a:solidFill>
                <a:latin typeface="Verdana"/>
                <a:cs typeface="Verdana"/>
              </a:rPr>
              <a:t>CONTENT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11872" y="359825"/>
            <a:ext cx="10661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40" dirty="0">
                <a:solidFill>
                  <a:srgbClr val="E7E7E7"/>
                </a:solidFill>
                <a:latin typeface="Tahoma"/>
                <a:cs typeface="Tahoma"/>
              </a:rPr>
              <a:t>OTHERS</a:t>
            </a:r>
            <a:endParaRPr sz="19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28700" y="2070889"/>
            <a:ext cx="16230600" cy="6306185"/>
            <a:chOff x="1028700" y="2070889"/>
            <a:chExt cx="16230600" cy="6306185"/>
          </a:xfrm>
        </p:grpSpPr>
        <p:sp>
          <p:nvSpPr>
            <p:cNvPr id="13" name="object 13"/>
            <p:cNvSpPr/>
            <p:nvPr/>
          </p:nvSpPr>
          <p:spPr>
            <a:xfrm>
              <a:off x="1028700" y="8371987"/>
              <a:ext cx="16230600" cy="0"/>
            </a:xfrm>
            <a:custGeom>
              <a:avLst/>
              <a:gdLst/>
              <a:ahLst/>
              <a:cxnLst/>
              <a:rect l="l" t="t" r="r" b="b"/>
              <a:pathLst>
                <a:path w="16230600">
                  <a:moveTo>
                    <a:pt x="0" y="0"/>
                  </a:moveTo>
                  <a:lnTo>
                    <a:pt x="16230598" y="0"/>
                  </a:lnTo>
                </a:path>
              </a:pathLst>
            </a:custGeom>
            <a:ln w="9524">
              <a:solidFill>
                <a:srgbClr val="E7E7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220995" y="2070889"/>
              <a:ext cx="2961640" cy="2961640"/>
            </a:xfrm>
            <a:custGeom>
              <a:avLst/>
              <a:gdLst/>
              <a:ahLst/>
              <a:cxnLst/>
              <a:rect l="l" t="t" r="r" b="b"/>
              <a:pathLst>
                <a:path w="2961640" h="2961640">
                  <a:moveTo>
                    <a:pt x="1712751" y="1230858"/>
                  </a:moveTo>
                  <a:lnTo>
                    <a:pt x="1230858" y="1230858"/>
                  </a:lnTo>
                  <a:lnTo>
                    <a:pt x="766383" y="98700"/>
                  </a:lnTo>
                  <a:lnTo>
                    <a:pt x="1004427" y="0"/>
                  </a:lnTo>
                  <a:lnTo>
                    <a:pt x="1474708" y="1132157"/>
                  </a:lnTo>
                  <a:lnTo>
                    <a:pt x="1753750" y="1132157"/>
                  </a:lnTo>
                  <a:lnTo>
                    <a:pt x="1712751" y="1230858"/>
                  </a:lnTo>
                  <a:close/>
                </a:path>
                <a:path w="2961640" h="2961640">
                  <a:moveTo>
                    <a:pt x="1753750" y="1132157"/>
                  </a:moveTo>
                  <a:lnTo>
                    <a:pt x="1474708" y="1132157"/>
                  </a:lnTo>
                  <a:lnTo>
                    <a:pt x="1944988" y="0"/>
                  </a:lnTo>
                  <a:lnTo>
                    <a:pt x="2183031" y="98700"/>
                  </a:lnTo>
                  <a:lnTo>
                    <a:pt x="1753750" y="1132157"/>
                  </a:lnTo>
                  <a:close/>
                </a:path>
                <a:path w="2961640" h="2961640">
                  <a:moveTo>
                    <a:pt x="2410322" y="1230858"/>
                  </a:moveTo>
                  <a:lnTo>
                    <a:pt x="1712751" y="1230858"/>
                  </a:lnTo>
                  <a:lnTo>
                    <a:pt x="2850715" y="760577"/>
                  </a:lnTo>
                  <a:lnTo>
                    <a:pt x="2961026" y="1004426"/>
                  </a:lnTo>
                  <a:lnTo>
                    <a:pt x="2410322" y="1230858"/>
                  </a:lnTo>
                  <a:close/>
                </a:path>
                <a:path w="2961640" h="2961640">
                  <a:moveTo>
                    <a:pt x="98701" y="2183031"/>
                  </a:moveTo>
                  <a:lnTo>
                    <a:pt x="0" y="1944988"/>
                  </a:lnTo>
                  <a:lnTo>
                    <a:pt x="1132158" y="1474707"/>
                  </a:lnTo>
                  <a:lnTo>
                    <a:pt x="0" y="1004426"/>
                  </a:lnTo>
                  <a:lnTo>
                    <a:pt x="98701" y="766383"/>
                  </a:lnTo>
                  <a:lnTo>
                    <a:pt x="1230858" y="1230858"/>
                  </a:lnTo>
                  <a:lnTo>
                    <a:pt x="2410322" y="1230858"/>
                  </a:lnTo>
                  <a:lnTo>
                    <a:pt x="1817258" y="1474707"/>
                  </a:lnTo>
                  <a:lnTo>
                    <a:pt x="2396203" y="1712750"/>
                  </a:lnTo>
                  <a:lnTo>
                    <a:pt x="1230858" y="1712750"/>
                  </a:lnTo>
                  <a:lnTo>
                    <a:pt x="98701" y="2183031"/>
                  </a:lnTo>
                  <a:close/>
                </a:path>
                <a:path w="2961640" h="2961640">
                  <a:moveTo>
                    <a:pt x="1004427" y="2961027"/>
                  </a:moveTo>
                  <a:lnTo>
                    <a:pt x="766383" y="2850714"/>
                  </a:lnTo>
                  <a:lnTo>
                    <a:pt x="1230858" y="1712750"/>
                  </a:lnTo>
                  <a:lnTo>
                    <a:pt x="1712751" y="1712750"/>
                  </a:lnTo>
                  <a:lnTo>
                    <a:pt x="1755940" y="1817257"/>
                  </a:lnTo>
                  <a:lnTo>
                    <a:pt x="1474708" y="1817257"/>
                  </a:lnTo>
                  <a:lnTo>
                    <a:pt x="1004427" y="2961027"/>
                  </a:lnTo>
                  <a:close/>
                </a:path>
                <a:path w="2961640" h="2961640">
                  <a:moveTo>
                    <a:pt x="2850715" y="2183031"/>
                  </a:moveTo>
                  <a:lnTo>
                    <a:pt x="1712751" y="1712750"/>
                  </a:lnTo>
                  <a:lnTo>
                    <a:pt x="2396203" y="1712750"/>
                  </a:lnTo>
                  <a:lnTo>
                    <a:pt x="2961026" y="1944988"/>
                  </a:lnTo>
                  <a:lnTo>
                    <a:pt x="2850715" y="2183031"/>
                  </a:lnTo>
                  <a:close/>
                </a:path>
                <a:path w="2961640" h="2961640">
                  <a:moveTo>
                    <a:pt x="1944988" y="2961027"/>
                  </a:moveTo>
                  <a:lnTo>
                    <a:pt x="1474708" y="1817257"/>
                  </a:lnTo>
                  <a:lnTo>
                    <a:pt x="1755940" y="1817257"/>
                  </a:lnTo>
                  <a:lnTo>
                    <a:pt x="2183031" y="2850714"/>
                  </a:lnTo>
                  <a:lnTo>
                    <a:pt x="1944988" y="2961027"/>
                  </a:lnTo>
                  <a:close/>
                </a:path>
              </a:pathLst>
            </a:custGeom>
            <a:solidFill>
              <a:srgbClr val="FF6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51519" y="3160376"/>
            <a:ext cx="8932545" cy="450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7635"/>
              </a:lnSpc>
              <a:spcBef>
                <a:spcPts val="105"/>
              </a:spcBef>
            </a:pPr>
            <a:r>
              <a:rPr sz="16700" b="1" spc="2175" dirty="0">
                <a:solidFill>
                  <a:srgbClr val="E7E7E7"/>
                </a:solidFill>
                <a:latin typeface="Tahoma"/>
                <a:cs typeface="Tahoma"/>
              </a:rPr>
              <a:t>THANK</a:t>
            </a:r>
            <a:endParaRPr sz="16700" dirty="0">
              <a:latin typeface="Tahoma"/>
              <a:cs typeface="Tahoma"/>
            </a:endParaRPr>
          </a:p>
          <a:p>
            <a:pPr marL="12700">
              <a:lnSpc>
                <a:spcPts val="17635"/>
              </a:lnSpc>
            </a:pPr>
            <a:r>
              <a:rPr sz="16700" spc="3310" dirty="0">
                <a:solidFill>
                  <a:srgbClr val="E7E7E7"/>
                </a:solidFill>
                <a:latin typeface="Tahoma"/>
                <a:cs typeface="Tahoma"/>
              </a:rPr>
              <a:t>YOU</a:t>
            </a:r>
            <a:endParaRPr sz="167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488</Words>
  <Application>Microsoft Office PowerPoint</Application>
  <PresentationFormat>Custom</PresentationFormat>
  <Paragraphs>128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Tahoma</vt:lpstr>
      <vt:lpstr>Verdana</vt:lpstr>
      <vt:lpstr>Office Theme</vt:lpstr>
      <vt:lpstr>HOME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Data Analyst Presentation</dc:title>
  <dc:creator>mohamed 220240083</dc:creator>
  <cp:keywords>DAHJvtTftJg,BAGTW6yeWIA,0</cp:keywords>
  <cp:lastModifiedBy>Omar Abdul Latif Hassanein Muhammad</cp:lastModifiedBy>
  <cp:revision>1</cp:revision>
  <dcterms:created xsi:type="dcterms:W3CDTF">2026-05-16T08:36:49Z</dcterms:created>
  <dcterms:modified xsi:type="dcterms:W3CDTF">2026-05-16T09:18:38Z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2026-05-16T00:00:00Z</vt:filetime>
  </property>
  <property fmtid="{D5CDD505-2E9C-101B-9397-08002B2CF9AE}" pid="5" name="Producer">
    <vt:lpwstr>Canva</vt:lpwstr>
  </property>
</Properties>
</file>